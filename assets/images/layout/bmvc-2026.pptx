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</p:sldIdLst>
  <p:sldSz cx="12192000" cy="3762375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B5121B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5D7E2D7C-F581-4D44-A559-6D7AF13B65E8}" v="57" dt="2025-11-05T10:46:47.544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024" autoAdjust="0"/>
    <p:restoredTop sz="94660"/>
  </p:normalViewPr>
  <p:slideViewPr>
    <p:cSldViewPr snapToGrid="0">
      <p:cViewPr varScale="1">
        <p:scale>
          <a:sx n="101" d="100"/>
          <a:sy n="101" d="100"/>
        </p:scale>
        <p:origin x="72" y="100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microsoft.com/office/2015/10/relationships/revisionInfo" Target="revisionInfo.xml"/><Relationship Id="rId3" Type="http://schemas.openxmlformats.org/officeDocument/2006/relationships/presProps" Target="presProps.xml"/><Relationship Id="rId7" Type="http://schemas.microsoft.com/office/2016/11/relationships/changesInfo" Target="changesInfos/changesInfo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Williams, Bryan" userId="6f402815-f940-461c-8e6c-77be8efeb72b" providerId="ADAL" clId="{69E14B03-858D-4744-810D-5D4859937A91}"/>
    <pc:docChg chg="custSel modSld">
      <pc:chgData name="Williams, Bryan" userId="6f402815-f940-461c-8e6c-77be8efeb72b" providerId="ADAL" clId="{69E14B03-858D-4744-810D-5D4859937A91}" dt="2025-11-05T10:47:36.721" v="396" actId="478"/>
      <pc:docMkLst>
        <pc:docMk/>
      </pc:docMkLst>
      <pc:sldChg chg="addSp delSp modSp mod">
        <pc:chgData name="Williams, Bryan" userId="6f402815-f940-461c-8e6c-77be8efeb72b" providerId="ADAL" clId="{69E14B03-858D-4744-810D-5D4859937A91}" dt="2025-11-05T10:47:36.721" v="396" actId="478"/>
        <pc:sldMkLst>
          <pc:docMk/>
          <pc:sldMk cId="2126365563" sldId="256"/>
        </pc:sldMkLst>
        <pc:spChg chg="add mod">
          <ac:chgData name="Williams, Bryan" userId="6f402815-f940-461c-8e6c-77be8efeb72b" providerId="ADAL" clId="{69E14B03-858D-4744-810D-5D4859937A91}" dt="2025-11-05T10:47:34.617" v="395" actId="2085"/>
          <ac:spMkLst>
            <pc:docMk/>
            <pc:sldMk cId="2126365563" sldId="256"/>
            <ac:spMk id="2" creationId="{6F2FBFF3-3938-1468-F4A7-FF2A41B36F7D}"/>
          </ac:spMkLst>
        </pc:spChg>
        <pc:spChg chg="add mod">
          <ac:chgData name="Williams, Bryan" userId="6f402815-f940-461c-8e6c-77be8efeb72b" providerId="ADAL" clId="{69E14B03-858D-4744-810D-5D4859937A91}" dt="2025-11-05T10:29:31.615" v="68" actId="208"/>
          <ac:spMkLst>
            <pc:docMk/>
            <pc:sldMk cId="2126365563" sldId="256"/>
            <ac:spMk id="3" creationId="{8CB90A39-A961-40C8-A9CB-B52A6BE10E5C}"/>
          </ac:spMkLst>
        </pc:spChg>
        <pc:spChg chg="add mod">
          <ac:chgData name="Williams, Bryan" userId="6f402815-f940-461c-8e6c-77be8efeb72b" providerId="ADAL" clId="{69E14B03-858D-4744-810D-5D4859937A91}" dt="2025-11-05T10:29:26.713" v="66" actId="208"/>
          <ac:spMkLst>
            <pc:docMk/>
            <pc:sldMk cId="2126365563" sldId="256"/>
            <ac:spMk id="4" creationId="{564DFADF-B3B2-5CFA-4C61-044C533F149F}"/>
          </ac:spMkLst>
        </pc:spChg>
        <pc:spChg chg="mod">
          <ac:chgData name="Williams, Bryan" userId="6f402815-f940-461c-8e6c-77be8efeb72b" providerId="ADAL" clId="{69E14B03-858D-4744-810D-5D4859937A91}" dt="2025-11-05T10:47:32.505" v="394" actId="2085"/>
          <ac:spMkLst>
            <pc:docMk/>
            <pc:sldMk cId="2126365563" sldId="256"/>
            <ac:spMk id="6" creationId="{FAB19D21-4F67-949B-5DA5-88340A8CD314}"/>
          </ac:spMkLst>
        </pc:spChg>
        <pc:spChg chg="add mod">
          <ac:chgData name="Williams, Bryan" userId="6f402815-f940-461c-8e6c-77be8efeb72b" providerId="ADAL" clId="{69E14B03-858D-4744-810D-5D4859937A91}" dt="2025-11-05T10:29:48.758" v="83" actId="1035"/>
          <ac:spMkLst>
            <pc:docMk/>
            <pc:sldMk cId="2126365563" sldId="256"/>
            <ac:spMk id="11" creationId="{09FE17EF-1743-06C9-631D-C9456817DEDE}"/>
          </ac:spMkLst>
        </pc:spChg>
        <pc:spChg chg="add mod">
          <ac:chgData name="Williams, Bryan" userId="6f402815-f940-461c-8e6c-77be8efeb72b" providerId="ADAL" clId="{69E14B03-858D-4744-810D-5D4859937A91}" dt="2025-11-05T10:30:04.171" v="89" actId="1076"/>
          <ac:spMkLst>
            <pc:docMk/>
            <pc:sldMk cId="2126365563" sldId="256"/>
            <ac:spMk id="16" creationId="{06B4E625-48ED-90D1-0044-FDFCDF529B36}"/>
          </ac:spMkLst>
        </pc:spChg>
        <pc:spChg chg="add mod">
          <ac:chgData name="Williams, Bryan" userId="6f402815-f940-461c-8e6c-77be8efeb72b" providerId="ADAL" clId="{69E14B03-858D-4744-810D-5D4859937A91}" dt="2025-11-05T10:30:10.275" v="91" actId="1076"/>
          <ac:spMkLst>
            <pc:docMk/>
            <pc:sldMk cId="2126365563" sldId="256"/>
            <ac:spMk id="17" creationId="{A5FDB8DF-F97F-5759-2E93-B1912F314122}"/>
          </ac:spMkLst>
        </pc:spChg>
        <pc:spChg chg="add mod">
          <ac:chgData name="Williams, Bryan" userId="6f402815-f940-461c-8e6c-77be8efeb72b" providerId="ADAL" clId="{69E14B03-858D-4744-810D-5D4859937A91}" dt="2025-11-05T10:30:17.331" v="102" actId="1035"/>
          <ac:spMkLst>
            <pc:docMk/>
            <pc:sldMk cId="2126365563" sldId="256"/>
            <ac:spMk id="18" creationId="{A096C13C-7986-1FB2-E02B-4FE916CBECB4}"/>
          </ac:spMkLst>
        </pc:spChg>
        <pc:spChg chg="add mod">
          <ac:chgData name="Williams, Bryan" userId="6f402815-f940-461c-8e6c-77be8efeb72b" providerId="ADAL" clId="{69E14B03-858D-4744-810D-5D4859937A91}" dt="2025-11-05T10:30:29.865" v="109" actId="1037"/>
          <ac:spMkLst>
            <pc:docMk/>
            <pc:sldMk cId="2126365563" sldId="256"/>
            <ac:spMk id="19" creationId="{F0C04610-EF9F-27AB-4BBD-9A5EA35EE630}"/>
          </ac:spMkLst>
        </pc:spChg>
        <pc:spChg chg="add mod">
          <ac:chgData name="Williams, Bryan" userId="6f402815-f940-461c-8e6c-77be8efeb72b" providerId="ADAL" clId="{69E14B03-858D-4744-810D-5D4859937A91}" dt="2025-11-05T10:30:34.103" v="111" actId="1076"/>
          <ac:spMkLst>
            <pc:docMk/>
            <pc:sldMk cId="2126365563" sldId="256"/>
            <ac:spMk id="20" creationId="{9A6BDD39-8159-A8FE-A8F6-C2ED885145F3}"/>
          </ac:spMkLst>
        </pc:spChg>
        <pc:spChg chg="add mod">
          <ac:chgData name="Williams, Bryan" userId="6f402815-f940-461c-8e6c-77be8efeb72b" providerId="ADAL" clId="{69E14B03-858D-4744-810D-5D4859937A91}" dt="2025-11-05T10:39:55.205" v="323" actId="1037"/>
          <ac:spMkLst>
            <pc:docMk/>
            <pc:sldMk cId="2126365563" sldId="256"/>
            <ac:spMk id="21" creationId="{C5BABDB5-E1F7-BAE2-B732-F2128C02B160}"/>
          </ac:spMkLst>
        </pc:spChg>
        <pc:spChg chg="add mod">
          <ac:chgData name="Williams, Bryan" userId="6f402815-f940-461c-8e6c-77be8efeb72b" providerId="ADAL" clId="{69E14B03-858D-4744-810D-5D4859937A91}" dt="2025-11-05T10:30:51.261" v="127" actId="1035"/>
          <ac:spMkLst>
            <pc:docMk/>
            <pc:sldMk cId="2126365563" sldId="256"/>
            <ac:spMk id="22" creationId="{3C046BD2-BF0C-41AC-2ADE-690A136A8471}"/>
          </ac:spMkLst>
        </pc:spChg>
        <pc:spChg chg="add mod ord">
          <ac:chgData name="Williams, Bryan" userId="6f402815-f940-461c-8e6c-77be8efeb72b" providerId="ADAL" clId="{69E14B03-858D-4744-810D-5D4859937A91}" dt="2025-11-05T10:39:25.211" v="301" actId="166"/>
          <ac:spMkLst>
            <pc:docMk/>
            <pc:sldMk cId="2126365563" sldId="256"/>
            <ac:spMk id="23" creationId="{43532EF0-7700-535B-5D73-6186C97E0291}"/>
          </ac:spMkLst>
        </pc:spChg>
        <pc:spChg chg="add mod">
          <ac:chgData name="Williams, Bryan" userId="6f402815-f940-461c-8e6c-77be8efeb72b" providerId="ADAL" clId="{69E14B03-858D-4744-810D-5D4859937A91}" dt="2025-11-05T10:31:02.871" v="142" actId="1037"/>
          <ac:spMkLst>
            <pc:docMk/>
            <pc:sldMk cId="2126365563" sldId="256"/>
            <ac:spMk id="24" creationId="{649326BF-145C-BBA7-0E81-87B37BECEECF}"/>
          </ac:spMkLst>
        </pc:spChg>
        <pc:spChg chg="add mod">
          <ac:chgData name="Williams, Bryan" userId="6f402815-f940-461c-8e6c-77be8efeb72b" providerId="ADAL" clId="{69E14B03-858D-4744-810D-5D4859937A91}" dt="2025-11-05T10:31:06.631" v="144" actId="1076"/>
          <ac:spMkLst>
            <pc:docMk/>
            <pc:sldMk cId="2126365563" sldId="256"/>
            <ac:spMk id="25" creationId="{0353A7BB-795F-B599-DE2B-7B5E56E26490}"/>
          </ac:spMkLst>
        </pc:spChg>
        <pc:spChg chg="add mod">
          <ac:chgData name="Williams, Bryan" userId="6f402815-f940-461c-8e6c-77be8efeb72b" providerId="ADAL" clId="{69E14B03-858D-4744-810D-5D4859937A91}" dt="2025-11-05T10:31:09.450" v="146" actId="1076"/>
          <ac:spMkLst>
            <pc:docMk/>
            <pc:sldMk cId="2126365563" sldId="256"/>
            <ac:spMk id="26" creationId="{524B29F7-B3C5-5617-1E38-BFD275218B9A}"/>
          </ac:spMkLst>
        </pc:spChg>
        <pc:spChg chg="add mod">
          <ac:chgData name="Williams, Bryan" userId="6f402815-f940-461c-8e6c-77be8efeb72b" providerId="ADAL" clId="{69E14B03-858D-4744-810D-5D4859937A91}" dt="2025-11-05T10:31:15.112" v="148" actId="1076"/>
          <ac:spMkLst>
            <pc:docMk/>
            <pc:sldMk cId="2126365563" sldId="256"/>
            <ac:spMk id="27" creationId="{AEC5C8A2-4E19-BB4F-D30F-9F4BE1CFA2A3}"/>
          </ac:spMkLst>
        </pc:spChg>
        <pc:spChg chg="add mod">
          <ac:chgData name="Williams, Bryan" userId="6f402815-f940-461c-8e6c-77be8efeb72b" providerId="ADAL" clId="{69E14B03-858D-4744-810D-5D4859937A91}" dt="2025-11-05T10:31:19.673" v="151" actId="1076"/>
          <ac:spMkLst>
            <pc:docMk/>
            <pc:sldMk cId="2126365563" sldId="256"/>
            <ac:spMk id="28" creationId="{EB93EF49-761E-2540-6342-0EED69F6CE99}"/>
          </ac:spMkLst>
        </pc:spChg>
        <pc:spChg chg="add mod">
          <ac:chgData name="Williams, Bryan" userId="6f402815-f940-461c-8e6c-77be8efeb72b" providerId="ADAL" clId="{69E14B03-858D-4744-810D-5D4859937A91}" dt="2025-11-05T10:31:23.122" v="153" actId="1076"/>
          <ac:spMkLst>
            <pc:docMk/>
            <pc:sldMk cId="2126365563" sldId="256"/>
            <ac:spMk id="29" creationId="{C194A5F7-D6FF-ED6F-4F7F-9FC8005CF954}"/>
          </ac:spMkLst>
        </pc:spChg>
        <pc:spChg chg="add mod">
          <ac:chgData name="Williams, Bryan" userId="6f402815-f940-461c-8e6c-77be8efeb72b" providerId="ADAL" clId="{69E14B03-858D-4744-810D-5D4859937A91}" dt="2025-11-05T10:31:26.887" v="155" actId="1076"/>
          <ac:spMkLst>
            <pc:docMk/>
            <pc:sldMk cId="2126365563" sldId="256"/>
            <ac:spMk id="30" creationId="{E0DA7DAF-DF39-3B1A-DF3B-EE2538FB85FE}"/>
          </ac:spMkLst>
        </pc:spChg>
        <pc:spChg chg="add mod">
          <ac:chgData name="Williams, Bryan" userId="6f402815-f940-461c-8e6c-77be8efeb72b" providerId="ADAL" clId="{69E14B03-858D-4744-810D-5D4859937A91}" dt="2025-11-05T10:31:32.288" v="157" actId="1076"/>
          <ac:spMkLst>
            <pc:docMk/>
            <pc:sldMk cId="2126365563" sldId="256"/>
            <ac:spMk id="31" creationId="{A4D2402D-E335-9E8F-ADB4-3DC3ADB919E3}"/>
          </ac:spMkLst>
        </pc:spChg>
        <pc:spChg chg="add mod">
          <ac:chgData name="Williams, Bryan" userId="6f402815-f940-461c-8e6c-77be8efeb72b" providerId="ADAL" clId="{69E14B03-858D-4744-810D-5D4859937A91}" dt="2025-11-05T10:31:36.647" v="161" actId="1038"/>
          <ac:spMkLst>
            <pc:docMk/>
            <pc:sldMk cId="2126365563" sldId="256"/>
            <ac:spMk id="32" creationId="{FB07E357-AD5B-1327-19EC-C3B7DEE5DCC7}"/>
          </ac:spMkLst>
        </pc:spChg>
        <pc:spChg chg="add mod">
          <ac:chgData name="Williams, Bryan" userId="6f402815-f940-461c-8e6c-77be8efeb72b" providerId="ADAL" clId="{69E14B03-858D-4744-810D-5D4859937A91}" dt="2025-11-05T10:31:42.578" v="163" actId="1076"/>
          <ac:spMkLst>
            <pc:docMk/>
            <pc:sldMk cId="2126365563" sldId="256"/>
            <ac:spMk id="33" creationId="{D4203E99-8A84-CCFA-B0E0-418E1F36EB03}"/>
          </ac:spMkLst>
        </pc:spChg>
        <pc:spChg chg="add mod">
          <ac:chgData name="Williams, Bryan" userId="6f402815-f940-461c-8e6c-77be8efeb72b" providerId="ADAL" clId="{69E14B03-858D-4744-810D-5D4859937A91}" dt="2025-11-05T10:31:47.040" v="165" actId="1076"/>
          <ac:spMkLst>
            <pc:docMk/>
            <pc:sldMk cId="2126365563" sldId="256"/>
            <ac:spMk id="34" creationId="{1CBB637A-CF1C-9128-98BB-1E966BD34400}"/>
          </ac:spMkLst>
        </pc:spChg>
        <pc:spChg chg="add mod">
          <ac:chgData name="Williams, Bryan" userId="6f402815-f940-461c-8e6c-77be8efeb72b" providerId="ADAL" clId="{69E14B03-858D-4744-810D-5D4859937A91}" dt="2025-11-05T10:31:49.845" v="167" actId="1076"/>
          <ac:spMkLst>
            <pc:docMk/>
            <pc:sldMk cId="2126365563" sldId="256"/>
            <ac:spMk id="35" creationId="{7F81944F-DC17-B681-6DEB-D5F12DD6B5EA}"/>
          </ac:spMkLst>
        </pc:spChg>
        <pc:spChg chg="add mod">
          <ac:chgData name="Williams, Bryan" userId="6f402815-f940-461c-8e6c-77be8efeb72b" providerId="ADAL" clId="{69E14B03-858D-4744-810D-5D4859937A91}" dt="2025-11-05T10:31:53.362" v="169" actId="1076"/>
          <ac:spMkLst>
            <pc:docMk/>
            <pc:sldMk cId="2126365563" sldId="256"/>
            <ac:spMk id="36" creationId="{CC47B7DF-5EB4-9C2F-4D97-7A8D34A5EB5B}"/>
          </ac:spMkLst>
        </pc:spChg>
        <pc:spChg chg="add del">
          <ac:chgData name="Williams, Bryan" userId="6f402815-f940-461c-8e6c-77be8efeb72b" providerId="ADAL" clId="{69E14B03-858D-4744-810D-5D4859937A91}" dt="2025-11-05T10:42:02.485" v="334" actId="478"/>
          <ac:spMkLst>
            <pc:docMk/>
            <pc:sldMk cId="2126365563" sldId="256"/>
            <ac:spMk id="144" creationId="{13FDC817-40D5-6FC7-4FD6-276CC39DF334}"/>
          </ac:spMkLst>
        </pc:spChg>
        <pc:spChg chg="add del">
          <ac:chgData name="Williams, Bryan" userId="6f402815-f940-461c-8e6c-77be8efeb72b" providerId="ADAL" clId="{69E14B03-858D-4744-810D-5D4859937A91}" dt="2025-11-05T10:42:19.290" v="336" actId="478"/>
          <ac:spMkLst>
            <pc:docMk/>
            <pc:sldMk cId="2126365563" sldId="256"/>
            <ac:spMk id="145" creationId="{94B5F7C1-2F28-F8B7-D022-51AF82CA79D7}"/>
          </ac:spMkLst>
        </pc:spChg>
        <pc:spChg chg="add del mod">
          <ac:chgData name="Williams, Bryan" userId="6f402815-f940-461c-8e6c-77be8efeb72b" providerId="ADAL" clId="{69E14B03-858D-4744-810D-5D4859937A91}" dt="2025-11-05T10:47:18.632" v="393" actId="478"/>
          <ac:spMkLst>
            <pc:docMk/>
            <pc:sldMk cId="2126365563" sldId="256"/>
            <ac:spMk id="146" creationId="{3B5CF79E-F5D3-A4F7-3AC4-FBE951BA72D3}"/>
          </ac:spMkLst>
        </pc:spChg>
        <pc:spChg chg="add del">
          <ac:chgData name="Williams, Bryan" userId="6f402815-f940-461c-8e6c-77be8efeb72b" providerId="ADAL" clId="{69E14B03-858D-4744-810D-5D4859937A91}" dt="2025-11-05T10:44:13.522" v="352" actId="478"/>
          <ac:spMkLst>
            <pc:docMk/>
            <pc:sldMk cId="2126365563" sldId="256"/>
            <ac:spMk id="147" creationId="{039ED3C2-C45C-7C1E-54F6-E74293B89C53}"/>
          </ac:spMkLst>
        </pc:spChg>
        <pc:spChg chg="add mod ord">
          <ac:chgData name="Williams, Bryan" userId="6f402815-f940-461c-8e6c-77be8efeb72b" providerId="ADAL" clId="{69E14B03-858D-4744-810D-5D4859937A91}" dt="2025-11-05T10:47:15.852" v="392" actId="208"/>
          <ac:spMkLst>
            <pc:docMk/>
            <pc:sldMk cId="2126365563" sldId="256"/>
            <ac:spMk id="148" creationId="{89091615-7FCB-2971-A839-8F8275CACB54}"/>
          </ac:spMkLst>
        </pc:spChg>
        <pc:spChg chg="add mod">
          <ac:chgData name="Williams, Bryan" userId="6f402815-f940-461c-8e6c-77be8efeb72b" providerId="ADAL" clId="{69E14B03-858D-4744-810D-5D4859937A91}" dt="2025-11-05T10:47:14.014" v="391" actId="208"/>
          <ac:spMkLst>
            <pc:docMk/>
            <pc:sldMk cId="2126365563" sldId="256"/>
            <ac:spMk id="159" creationId="{69111F97-EC08-1B0C-4AAE-A5DA37B1EB69}"/>
          </ac:spMkLst>
        </pc:spChg>
        <pc:picChg chg="del">
          <ac:chgData name="Williams, Bryan" userId="6f402815-f940-461c-8e6c-77be8efeb72b" providerId="ADAL" clId="{69E14B03-858D-4744-810D-5D4859937A91}" dt="2025-11-05T10:47:36.721" v="396" actId="478"/>
          <ac:picMkLst>
            <pc:docMk/>
            <pc:sldMk cId="2126365563" sldId="256"/>
            <ac:picMk id="5" creationId="{63E20EA5-63F9-BE6C-202A-24F2C305668D}"/>
          </ac:picMkLst>
        </pc:picChg>
        <pc:picChg chg="add mod">
          <ac:chgData name="Williams, Bryan" userId="6f402815-f940-461c-8e6c-77be8efeb72b" providerId="ADAL" clId="{69E14B03-858D-4744-810D-5D4859937A91}" dt="2025-11-05T10:34:07.131" v="199"/>
          <ac:picMkLst>
            <pc:docMk/>
            <pc:sldMk cId="2126365563" sldId="256"/>
            <ac:picMk id="55" creationId="{09E8B532-2E22-13DB-5719-D723E75A8C4C}"/>
          </ac:picMkLst>
        </pc:picChg>
        <pc:cxnChg chg="add mod">
          <ac:chgData name="Williams, Bryan" userId="6f402815-f940-461c-8e6c-77be8efeb72b" providerId="ADAL" clId="{69E14B03-858D-4744-810D-5D4859937A91}" dt="2025-11-05T10:29:29.642" v="67" actId="208"/>
          <ac:cxnSpMkLst>
            <pc:docMk/>
            <pc:sldMk cId="2126365563" sldId="256"/>
            <ac:cxnSpMk id="8" creationId="{02CD3F5D-C542-F35C-805D-83EF10CD209C}"/>
          </ac:cxnSpMkLst>
        </pc:cxnChg>
        <pc:cxnChg chg="add mod">
          <ac:chgData name="Williams, Bryan" userId="6f402815-f940-461c-8e6c-77be8efeb72b" providerId="ADAL" clId="{69E14B03-858D-4744-810D-5D4859937A91}" dt="2025-11-05T10:29:56.138" v="85" actId="14100"/>
          <ac:cxnSpMkLst>
            <pc:docMk/>
            <pc:sldMk cId="2126365563" sldId="256"/>
            <ac:cxnSpMk id="10" creationId="{0C76E9E1-CD1D-D96C-46CA-C964A6403842}"/>
          </ac:cxnSpMkLst>
        </pc:cxnChg>
        <pc:cxnChg chg="add mod">
          <ac:chgData name="Williams, Bryan" userId="6f402815-f940-461c-8e6c-77be8efeb72b" providerId="ADAL" clId="{69E14B03-858D-4744-810D-5D4859937A91}" dt="2025-11-05T10:32:45.585" v="181" actId="14100"/>
          <ac:cxnSpMkLst>
            <pc:docMk/>
            <pc:sldMk cId="2126365563" sldId="256"/>
            <ac:cxnSpMk id="14" creationId="{07D27E2D-8D95-BFAF-7EE0-78BA2707E0D0}"/>
          </ac:cxnSpMkLst>
        </pc:cxnChg>
        <pc:cxnChg chg="add mod">
          <ac:chgData name="Williams, Bryan" userId="6f402815-f940-461c-8e6c-77be8efeb72b" providerId="ADAL" clId="{69E14B03-858D-4744-810D-5D4859937A91}" dt="2025-11-05T10:32:56.835" v="184" actId="14100"/>
          <ac:cxnSpMkLst>
            <pc:docMk/>
            <pc:sldMk cId="2126365563" sldId="256"/>
            <ac:cxnSpMk id="43" creationId="{218017BA-979A-9035-73E5-100137AAF262}"/>
          </ac:cxnSpMkLst>
        </pc:cxnChg>
        <pc:cxnChg chg="add mod">
          <ac:chgData name="Williams, Bryan" userId="6f402815-f940-461c-8e6c-77be8efeb72b" providerId="ADAL" clId="{69E14B03-858D-4744-810D-5D4859937A91}" dt="2025-11-05T10:33:48.891" v="193" actId="14100"/>
          <ac:cxnSpMkLst>
            <pc:docMk/>
            <pc:sldMk cId="2126365563" sldId="256"/>
            <ac:cxnSpMk id="45" creationId="{1F92C0DB-DA37-6661-AA39-18022B14A003}"/>
          </ac:cxnSpMkLst>
        </pc:cxnChg>
        <pc:cxnChg chg="add mod">
          <ac:chgData name="Williams, Bryan" userId="6f402815-f940-461c-8e6c-77be8efeb72b" providerId="ADAL" clId="{69E14B03-858D-4744-810D-5D4859937A91}" dt="2025-11-05T10:34:04.365" v="197" actId="14100"/>
          <ac:cxnSpMkLst>
            <pc:docMk/>
            <pc:sldMk cId="2126365563" sldId="256"/>
            <ac:cxnSpMk id="51" creationId="{27CCE285-1396-B33C-BC21-CF183764BA35}"/>
          </ac:cxnSpMkLst>
        </pc:cxnChg>
        <pc:cxnChg chg="add mod">
          <ac:chgData name="Williams, Bryan" userId="6f402815-f940-461c-8e6c-77be8efeb72b" providerId="ADAL" clId="{69E14B03-858D-4744-810D-5D4859937A91}" dt="2025-11-05T10:34:22.948" v="203" actId="14100"/>
          <ac:cxnSpMkLst>
            <pc:docMk/>
            <pc:sldMk cId="2126365563" sldId="256"/>
            <ac:cxnSpMk id="56" creationId="{65138785-9482-6B57-D618-6DBD9325C058}"/>
          </ac:cxnSpMkLst>
        </pc:cxnChg>
        <pc:cxnChg chg="add mod">
          <ac:chgData name="Williams, Bryan" userId="6f402815-f940-461c-8e6c-77be8efeb72b" providerId="ADAL" clId="{69E14B03-858D-4744-810D-5D4859937A91}" dt="2025-11-05T10:34:30.390" v="206" actId="14100"/>
          <ac:cxnSpMkLst>
            <pc:docMk/>
            <pc:sldMk cId="2126365563" sldId="256"/>
            <ac:cxnSpMk id="60" creationId="{690B9CC5-FC5F-B091-672C-3B16FD546822}"/>
          </ac:cxnSpMkLst>
        </pc:cxnChg>
        <pc:cxnChg chg="add del mod">
          <ac:chgData name="Williams, Bryan" userId="6f402815-f940-461c-8e6c-77be8efeb72b" providerId="ADAL" clId="{69E14B03-858D-4744-810D-5D4859937A91}" dt="2025-11-05T10:35:02.608" v="216" actId="478"/>
          <ac:cxnSpMkLst>
            <pc:docMk/>
            <pc:sldMk cId="2126365563" sldId="256"/>
            <ac:cxnSpMk id="63" creationId="{01DC6EC4-2E5A-6F31-0FE7-3D7C971A4D1A}"/>
          </ac:cxnSpMkLst>
        </pc:cxnChg>
        <pc:cxnChg chg="add mod">
          <ac:chgData name="Williams, Bryan" userId="6f402815-f940-461c-8e6c-77be8efeb72b" providerId="ADAL" clId="{69E14B03-858D-4744-810D-5D4859937A91}" dt="2025-11-05T10:34:59.873" v="215" actId="14100"/>
          <ac:cxnSpMkLst>
            <pc:docMk/>
            <pc:sldMk cId="2126365563" sldId="256"/>
            <ac:cxnSpMk id="67" creationId="{BFD6B2A6-CA4C-5A9D-DB50-869911C0AB80}"/>
          </ac:cxnSpMkLst>
        </pc:cxnChg>
        <pc:cxnChg chg="add mod">
          <ac:chgData name="Williams, Bryan" userId="6f402815-f940-461c-8e6c-77be8efeb72b" providerId="ADAL" clId="{69E14B03-858D-4744-810D-5D4859937A91}" dt="2025-11-05T10:35:11.677" v="220" actId="14100"/>
          <ac:cxnSpMkLst>
            <pc:docMk/>
            <pc:sldMk cId="2126365563" sldId="256"/>
            <ac:cxnSpMk id="69" creationId="{E403FECE-D110-87F3-CF41-7B2FABE7A712}"/>
          </ac:cxnSpMkLst>
        </pc:cxnChg>
        <pc:cxnChg chg="add mod">
          <ac:chgData name="Williams, Bryan" userId="6f402815-f940-461c-8e6c-77be8efeb72b" providerId="ADAL" clId="{69E14B03-858D-4744-810D-5D4859937A91}" dt="2025-11-05T10:35:21.466" v="224" actId="14100"/>
          <ac:cxnSpMkLst>
            <pc:docMk/>
            <pc:sldMk cId="2126365563" sldId="256"/>
            <ac:cxnSpMk id="72" creationId="{13F68117-593B-91D6-8F62-328283083E2A}"/>
          </ac:cxnSpMkLst>
        </pc:cxnChg>
        <pc:cxnChg chg="add mod">
          <ac:chgData name="Williams, Bryan" userId="6f402815-f940-461c-8e6c-77be8efeb72b" providerId="ADAL" clId="{69E14B03-858D-4744-810D-5D4859937A91}" dt="2025-11-05T10:35:34.754" v="228" actId="14100"/>
          <ac:cxnSpMkLst>
            <pc:docMk/>
            <pc:sldMk cId="2126365563" sldId="256"/>
            <ac:cxnSpMk id="75" creationId="{C90F3A99-E6C8-20DC-000C-A489233C68CC}"/>
          </ac:cxnSpMkLst>
        </pc:cxnChg>
        <pc:cxnChg chg="add mod">
          <ac:chgData name="Williams, Bryan" userId="6f402815-f940-461c-8e6c-77be8efeb72b" providerId="ADAL" clId="{69E14B03-858D-4744-810D-5D4859937A91}" dt="2025-11-05T10:35:42.384" v="231" actId="14100"/>
          <ac:cxnSpMkLst>
            <pc:docMk/>
            <pc:sldMk cId="2126365563" sldId="256"/>
            <ac:cxnSpMk id="78" creationId="{CA303194-E363-33C5-648B-9FD88D1DFB53}"/>
          </ac:cxnSpMkLst>
        </pc:cxnChg>
        <pc:cxnChg chg="add mod">
          <ac:chgData name="Williams, Bryan" userId="6f402815-f940-461c-8e6c-77be8efeb72b" providerId="ADAL" clId="{69E14B03-858D-4744-810D-5D4859937A91}" dt="2025-11-05T10:35:52.552" v="234" actId="14100"/>
          <ac:cxnSpMkLst>
            <pc:docMk/>
            <pc:sldMk cId="2126365563" sldId="256"/>
            <ac:cxnSpMk id="80" creationId="{038CEF50-0101-0673-81EE-DF04A129F4A3}"/>
          </ac:cxnSpMkLst>
        </pc:cxnChg>
        <pc:cxnChg chg="add mod">
          <ac:chgData name="Williams, Bryan" userId="6f402815-f940-461c-8e6c-77be8efeb72b" providerId="ADAL" clId="{69E14B03-858D-4744-810D-5D4859937A91}" dt="2025-11-05T10:36:18.142" v="242" actId="14100"/>
          <ac:cxnSpMkLst>
            <pc:docMk/>
            <pc:sldMk cId="2126365563" sldId="256"/>
            <ac:cxnSpMk id="83" creationId="{0E146B72-1E45-27A5-279A-C365351871E0}"/>
          </ac:cxnSpMkLst>
        </pc:cxnChg>
        <pc:cxnChg chg="add mod">
          <ac:chgData name="Williams, Bryan" userId="6f402815-f940-461c-8e6c-77be8efeb72b" providerId="ADAL" clId="{69E14B03-858D-4744-810D-5D4859937A91}" dt="2025-11-05T10:36:33.374" v="245" actId="14100"/>
          <ac:cxnSpMkLst>
            <pc:docMk/>
            <pc:sldMk cId="2126365563" sldId="256"/>
            <ac:cxnSpMk id="89" creationId="{95A0D3F0-35E6-F926-DA55-CFF8B0670F2D}"/>
          </ac:cxnSpMkLst>
        </pc:cxnChg>
        <pc:cxnChg chg="add mod">
          <ac:chgData name="Williams, Bryan" userId="6f402815-f940-461c-8e6c-77be8efeb72b" providerId="ADAL" clId="{69E14B03-858D-4744-810D-5D4859937A91}" dt="2025-11-05T10:36:49.575" v="249" actId="14100"/>
          <ac:cxnSpMkLst>
            <pc:docMk/>
            <pc:sldMk cId="2126365563" sldId="256"/>
            <ac:cxnSpMk id="91" creationId="{3AC84507-62E1-6CE6-5BF9-603A45298051}"/>
          </ac:cxnSpMkLst>
        </pc:cxnChg>
        <pc:cxnChg chg="add mod">
          <ac:chgData name="Williams, Bryan" userId="6f402815-f940-461c-8e6c-77be8efeb72b" providerId="ADAL" clId="{69E14B03-858D-4744-810D-5D4859937A91}" dt="2025-11-05T10:37:11.296" v="256" actId="14100"/>
          <ac:cxnSpMkLst>
            <pc:docMk/>
            <pc:sldMk cId="2126365563" sldId="256"/>
            <ac:cxnSpMk id="95" creationId="{C24A6E0A-64F7-750B-7A33-28BA23E40AB8}"/>
          </ac:cxnSpMkLst>
        </pc:cxnChg>
        <pc:cxnChg chg="add mod">
          <ac:chgData name="Williams, Bryan" userId="6f402815-f940-461c-8e6c-77be8efeb72b" providerId="ADAL" clId="{69E14B03-858D-4744-810D-5D4859937A91}" dt="2025-11-05T10:37:21.464" v="260" actId="14100"/>
          <ac:cxnSpMkLst>
            <pc:docMk/>
            <pc:sldMk cId="2126365563" sldId="256"/>
            <ac:cxnSpMk id="99" creationId="{B8640652-0985-D443-8425-A88CCC75F837}"/>
          </ac:cxnSpMkLst>
        </pc:cxnChg>
        <pc:cxnChg chg="add mod">
          <ac:chgData name="Williams, Bryan" userId="6f402815-f940-461c-8e6c-77be8efeb72b" providerId="ADAL" clId="{69E14B03-858D-4744-810D-5D4859937A91}" dt="2025-11-05T10:37:37.153" v="264" actId="14100"/>
          <ac:cxnSpMkLst>
            <pc:docMk/>
            <pc:sldMk cId="2126365563" sldId="256"/>
            <ac:cxnSpMk id="103" creationId="{ABA4671E-5893-0018-5208-38B94A626D4A}"/>
          </ac:cxnSpMkLst>
        </pc:cxnChg>
        <pc:cxnChg chg="add mod">
          <ac:chgData name="Williams, Bryan" userId="6f402815-f940-461c-8e6c-77be8efeb72b" providerId="ADAL" clId="{69E14B03-858D-4744-810D-5D4859937A91}" dt="2025-11-05T10:37:48.135" v="268" actId="14100"/>
          <ac:cxnSpMkLst>
            <pc:docMk/>
            <pc:sldMk cId="2126365563" sldId="256"/>
            <ac:cxnSpMk id="107" creationId="{9775C121-18E1-7C1E-8CF5-EAF5BAE85799}"/>
          </ac:cxnSpMkLst>
        </pc:cxnChg>
        <pc:cxnChg chg="add mod">
          <ac:chgData name="Williams, Bryan" userId="6f402815-f940-461c-8e6c-77be8efeb72b" providerId="ADAL" clId="{69E14B03-858D-4744-810D-5D4859937A91}" dt="2025-11-05T10:38:06.211" v="279" actId="14100"/>
          <ac:cxnSpMkLst>
            <pc:docMk/>
            <pc:sldMk cId="2126365563" sldId="256"/>
            <ac:cxnSpMk id="111" creationId="{570C1335-6448-AC5C-3E73-69E71679CCF1}"/>
          </ac:cxnSpMkLst>
        </pc:cxnChg>
        <pc:cxnChg chg="add mod">
          <ac:chgData name="Williams, Bryan" userId="6f402815-f940-461c-8e6c-77be8efeb72b" providerId="ADAL" clId="{69E14B03-858D-4744-810D-5D4859937A91}" dt="2025-11-05T10:38:15.937" v="283" actId="14100"/>
          <ac:cxnSpMkLst>
            <pc:docMk/>
            <pc:sldMk cId="2126365563" sldId="256"/>
            <ac:cxnSpMk id="115" creationId="{C90B7F07-BD30-CF61-3AE7-DAD772CD2DEE}"/>
          </ac:cxnSpMkLst>
        </pc:cxnChg>
        <pc:cxnChg chg="add mod">
          <ac:chgData name="Williams, Bryan" userId="6f402815-f940-461c-8e6c-77be8efeb72b" providerId="ADAL" clId="{69E14B03-858D-4744-810D-5D4859937A91}" dt="2025-11-05T10:39:19.807" v="300" actId="14100"/>
          <ac:cxnSpMkLst>
            <pc:docMk/>
            <pc:sldMk cId="2126365563" sldId="256"/>
            <ac:cxnSpMk id="119" creationId="{E30B2111-6345-B155-2370-76BB0ACFF0D9}"/>
          </ac:cxnSpMkLst>
        </pc:cxnChg>
        <pc:cxnChg chg="add mod">
          <ac:chgData name="Williams, Bryan" userId="6f402815-f940-461c-8e6c-77be8efeb72b" providerId="ADAL" clId="{69E14B03-858D-4744-810D-5D4859937A91}" dt="2025-11-05T10:38:45.658" v="292" actId="14100"/>
          <ac:cxnSpMkLst>
            <pc:docMk/>
            <pc:sldMk cId="2126365563" sldId="256"/>
            <ac:cxnSpMk id="120" creationId="{FD2EB20B-915E-3571-CE6D-40F45B533FEF}"/>
          </ac:cxnSpMkLst>
        </pc:cxnChg>
        <pc:cxnChg chg="add mod">
          <ac:chgData name="Williams, Bryan" userId="6f402815-f940-461c-8e6c-77be8efeb72b" providerId="ADAL" clId="{69E14B03-858D-4744-810D-5D4859937A91}" dt="2025-11-05T10:39:33.975" v="304" actId="14100"/>
          <ac:cxnSpMkLst>
            <pc:docMk/>
            <pc:sldMk cId="2126365563" sldId="256"/>
            <ac:cxnSpMk id="132" creationId="{C034A04A-E420-17A5-201E-93471126C30C}"/>
          </ac:cxnSpMkLst>
        </pc:cxnChg>
        <pc:cxnChg chg="add mod">
          <ac:chgData name="Williams, Bryan" userId="6f402815-f940-461c-8e6c-77be8efeb72b" providerId="ADAL" clId="{69E14B03-858D-4744-810D-5D4859937A91}" dt="2025-11-05T10:39:55.205" v="323" actId="1037"/>
          <ac:cxnSpMkLst>
            <pc:docMk/>
            <pc:sldMk cId="2126365563" sldId="256"/>
            <ac:cxnSpMk id="135" creationId="{36DA4AD6-16AC-D6E2-0D25-1300A1BBA4EB}"/>
          </ac:cxnSpMkLst>
        </pc:cxnChg>
        <pc:cxnChg chg="add mod">
          <ac:chgData name="Williams, Bryan" userId="6f402815-f940-461c-8e6c-77be8efeb72b" providerId="ADAL" clId="{69E14B03-858D-4744-810D-5D4859937A91}" dt="2025-11-05T10:40:14.596" v="329" actId="14100"/>
          <ac:cxnSpMkLst>
            <pc:docMk/>
            <pc:sldMk cId="2126365563" sldId="256"/>
            <ac:cxnSpMk id="139" creationId="{6D421C87-FF31-31AF-4907-09C6689CA437}"/>
          </ac:cxnSpMkLst>
        </pc:cxnChg>
        <pc:cxnChg chg="add mod">
          <ac:chgData name="Williams, Bryan" userId="6f402815-f940-461c-8e6c-77be8efeb72b" providerId="ADAL" clId="{69E14B03-858D-4744-810D-5D4859937A91}" dt="2025-11-05T10:40:27.748" v="332" actId="14100"/>
          <ac:cxnSpMkLst>
            <pc:docMk/>
            <pc:sldMk cId="2126365563" sldId="256"/>
            <ac:cxnSpMk id="142" creationId="{25F0E67F-92ED-577A-8FFD-43A8320B30EA}"/>
          </ac:cxnSpMkLst>
        </pc:cxnChg>
        <pc:cxnChg chg="add mod">
          <ac:chgData name="Williams, Bryan" userId="6f402815-f940-461c-8e6c-77be8efeb72b" providerId="ADAL" clId="{69E14B03-858D-4744-810D-5D4859937A91}" dt="2025-11-05T10:46:32.028" v="378" actId="14100"/>
          <ac:cxnSpMkLst>
            <pc:docMk/>
            <pc:sldMk cId="2126365563" sldId="256"/>
            <ac:cxnSpMk id="149" creationId="{A1113EAE-632F-D17C-0687-72B06856B34C}"/>
          </ac:cxnSpMkLst>
        </pc:cxnChg>
        <pc:cxnChg chg="add mod">
          <ac:chgData name="Williams, Bryan" userId="6f402815-f940-461c-8e6c-77be8efeb72b" providerId="ADAL" clId="{69E14B03-858D-4744-810D-5D4859937A91}" dt="2025-11-05T10:45:39.835" v="372" actId="1582"/>
          <ac:cxnSpMkLst>
            <pc:docMk/>
            <pc:sldMk cId="2126365563" sldId="256"/>
            <ac:cxnSpMk id="152" creationId="{8F3ED0F0-3643-385E-A9FE-C0F008365A54}"/>
          </ac:cxnSpMkLst>
        </pc:cxnChg>
        <pc:cxnChg chg="add mod">
          <ac:chgData name="Williams, Bryan" userId="6f402815-f940-461c-8e6c-77be8efeb72b" providerId="ADAL" clId="{69E14B03-858D-4744-810D-5D4859937A91}" dt="2025-11-05T10:46:45.761" v="381" actId="14100"/>
          <ac:cxnSpMkLst>
            <pc:docMk/>
            <pc:sldMk cId="2126365563" sldId="256"/>
            <ac:cxnSpMk id="156" creationId="{6B9CC5E4-2CA5-56CD-1876-3BF74D3016FD}"/>
          </ac:cxnSpMkLst>
        </pc:cxn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615741"/>
            <a:ext cx="9144000" cy="1309864"/>
          </a:xfrm>
        </p:spPr>
        <p:txBody>
          <a:bodyPr anchor="b"/>
          <a:lstStyle>
            <a:lvl1pPr algn="ctr">
              <a:defRPr sz="3292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1976118"/>
            <a:ext cx="9144000" cy="908369"/>
          </a:xfrm>
        </p:spPr>
        <p:txBody>
          <a:bodyPr/>
          <a:lstStyle>
            <a:lvl1pPr marL="0" indent="0" algn="ctr">
              <a:buNone/>
              <a:defRPr sz="1317"/>
            </a:lvl1pPr>
            <a:lvl2pPr marL="250820" indent="0" algn="ctr">
              <a:buNone/>
              <a:defRPr sz="1097"/>
            </a:lvl2pPr>
            <a:lvl3pPr marL="501640" indent="0" algn="ctr">
              <a:buNone/>
              <a:defRPr sz="987"/>
            </a:lvl3pPr>
            <a:lvl4pPr marL="752460" indent="0" algn="ctr">
              <a:buNone/>
              <a:defRPr sz="878"/>
            </a:lvl4pPr>
            <a:lvl5pPr marL="1003280" indent="0" algn="ctr">
              <a:buNone/>
              <a:defRPr sz="878"/>
            </a:lvl5pPr>
            <a:lvl6pPr marL="1254100" indent="0" algn="ctr">
              <a:buNone/>
              <a:defRPr sz="878"/>
            </a:lvl6pPr>
            <a:lvl7pPr marL="1504920" indent="0" algn="ctr">
              <a:buNone/>
              <a:defRPr sz="878"/>
            </a:lvl7pPr>
            <a:lvl8pPr marL="1755739" indent="0" algn="ctr">
              <a:buNone/>
              <a:defRPr sz="878"/>
            </a:lvl8pPr>
            <a:lvl9pPr marL="2006559" indent="0" algn="ctr">
              <a:buNone/>
              <a:defRPr sz="878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DCF65E-C860-44C1-904B-74A2EEADC175}" type="datetimeFigureOut">
              <a:rPr lang="en-GB" smtClean="0"/>
              <a:t>05/11/2025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358E73-8D75-4090-8CBA-B98ADBAB4CFA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35074241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DCF65E-C860-44C1-904B-74A2EEADC175}" type="datetimeFigureOut">
              <a:rPr lang="en-GB" smtClean="0"/>
              <a:t>05/11/2025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358E73-8D75-4090-8CBA-B98ADBAB4CFA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09182395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937982"/>
            <a:ext cx="10515600" cy="1565043"/>
          </a:xfrm>
        </p:spPr>
        <p:txBody>
          <a:bodyPr anchor="b"/>
          <a:lstStyle>
            <a:lvl1pPr>
              <a:defRPr sz="3292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2517831"/>
            <a:ext cx="10515600" cy="823019"/>
          </a:xfrm>
        </p:spPr>
        <p:txBody>
          <a:bodyPr/>
          <a:lstStyle>
            <a:lvl1pPr marL="0" indent="0">
              <a:buNone/>
              <a:defRPr sz="1317">
                <a:solidFill>
                  <a:schemeClr val="tx1">
                    <a:tint val="82000"/>
                  </a:schemeClr>
                </a:solidFill>
              </a:defRPr>
            </a:lvl1pPr>
            <a:lvl2pPr marL="250820" indent="0">
              <a:buNone/>
              <a:defRPr sz="1097">
                <a:solidFill>
                  <a:schemeClr val="tx1">
                    <a:tint val="82000"/>
                  </a:schemeClr>
                </a:solidFill>
              </a:defRPr>
            </a:lvl2pPr>
            <a:lvl3pPr marL="501640" indent="0">
              <a:buNone/>
              <a:defRPr sz="987">
                <a:solidFill>
                  <a:schemeClr val="tx1">
                    <a:tint val="82000"/>
                  </a:schemeClr>
                </a:solidFill>
              </a:defRPr>
            </a:lvl3pPr>
            <a:lvl4pPr marL="752460" indent="0">
              <a:buNone/>
              <a:defRPr sz="878">
                <a:solidFill>
                  <a:schemeClr val="tx1">
                    <a:tint val="82000"/>
                  </a:schemeClr>
                </a:solidFill>
              </a:defRPr>
            </a:lvl4pPr>
            <a:lvl5pPr marL="1003280" indent="0">
              <a:buNone/>
              <a:defRPr sz="878">
                <a:solidFill>
                  <a:schemeClr val="tx1">
                    <a:tint val="82000"/>
                  </a:schemeClr>
                </a:solidFill>
              </a:defRPr>
            </a:lvl5pPr>
            <a:lvl6pPr marL="1254100" indent="0">
              <a:buNone/>
              <a:defRPr sz="878">
                <a:solidFill>
                  <a:schemeClr val="tx1">
                    <a:tint val="82000"/>
                  </a:schemeClr>
                </a:solidFill>
              </a:defRPr>
            </a:lvl6pPr>
            <a:lvl7pPr marL="1504920" indent="0">
              <a:buNone/>
              <a:defRPr sz="878">
                <a:solidFill>
                  <a:schemeClr val="tx1">
                    <a:tint val="82000"/>
                  </a:schemeClr>
                </a:solidFill>
              </a:defRPr>
            </a:lvl7pPr>
            <a:lvl8pPr marL="1755739" indent="0">
              <a:buNone/>
              <a:defRPr sz="878">
                <a:solidFill>
                  <a:schemeClr val="tx1">
                    <a:tint val="82000"/>
                  </a:schemeClr>
                </a:solidFill>
              </a:defRPr>
            </a:lvl8pPr>
            <a:lvl9pPr marL="2006559" indent="0">
              <a:buNone/>
              <a:defRPr sz="878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DCF65E-C860-44C1-904B-74A2EEADC175}" type="datetimeFigureOut">
              <a:rPr lang="en-GB" smtClean="0"/>
              <a:t>05/11/2025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358E73-8D75-4090-8CBA-B98ADBAB4CFA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8859905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001558"/>
            <a:ext cx="5181600" cy="238719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001558"/>
            <a:ext cx="5181600" cy="238719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DCF65E-C860-44C1-904B-74A2EEADC175}" type="datetimeFigureOut">
              <a:rPr lang="en-GB" smtClean="0"/>
              <a:t>05/11/2025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358E73-8D75-4090-8CBA-B98ADBAB4CFA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75338127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200312"/>
            <a:ext cx="10515600" cy="727219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9" y="922305"/>
            <a:ext cx="5157787" cy="452007"/>
          </a:xfrm>
        </p:spPr>
        <p:txBody>
          <a:bodyPr anchor="b"/>
          <a:lstStyle>
            <a:lvl1pPr marL="0" indent="0">
              <a:buNone/>
              <a:defRPr sz="1317" b="1"/>
            </a:lvl1pPr>
            <a:lvl2pPr marL="250820" indent="0">
              <a:buNone/>
              <a:defRPr sz="1097" b="1"/>
            </a:lvl2pPr>
            <a:lvl3pPr marL="501640" indent="0">
              <a:buNone/>
              <a:defRPr sz="987" b="1"/>
            </a:lvl3pPr>
            <a:lvl4pPr marL="752460" indent="0">
              <a:buNone/>
              <a:defRPr sz="878" b="1"/>
            </a:lvl4pPr>
            <a:lvl5pPr marL="1003280" indent="0">
              <a:buNone/>
              <a:defRPr sz="878" b="1"/>
            </a:lvl5pPr>
            <a:lvl6pPr marL="1254100" indent="0">
              <a:buNone/>
              <a:defRPr sz="878" b="1"/>
            </a:lvl6pPr>
            <a:lvl7pPr marL="1504920" indent="0">
              <a:buNone/>
              <a:defRPr sz="878" b="1"/>
            </a:lvl7pPr>
            <a:lvl8pPr marL="1755739" indent="0">
              <a:buNone/>
              <a:defRPr sz="878" b="1"/>
            </a:lvl8pPr>
            <a:lvl9pPr marL="2006559" indent="0">
              <a:buNone/>
              <a:defRPr sz="878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9" y="1374312"/>
            <a:ext cx="5157787" cy="202140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922305"/>
            <a:ext cx="5183188" cy="452007"/>
          </a:xfrm>
        </p:spPr>
        <p:txBody>
          <a:bodyPr anchor="b"/>
          <a:lstStyle>
            <a:lvl1pPr marL="0" indent="0">
              <a:buNone/>
              <a:defRPr sz="1317" b="1"/>
            </a:lvl1pPr>
            <a:lvl2pPr marL="250820" indent="0">
              <a:buNone/>
              <a:defRPr sz="1097" b="1"/>
            </a:lvl2pPr>
            <a:lvl3pPr marL="501640" indent="0">
              <a:buNone/>
              <a:defRPr sz="987" b="1"/>
            </a:lvl3pPr>
            <a:lvl4pPr marL="752460" indent="0">
              <a:buNone/>
              <a:defRPr sz="878" b="1"/>
            </a:lvl4pPr>
            <a:lvl5pPr marL="1003280" indent="0">
              <a:buNone/>
              <a:defRPr sz="878" b="1"/>
            </a:lvl5pPr>
            <a:lvl6pPr marL="1254100" indent="0">
              <a:buNone/>
              <a:defRPr sz="878" b="1"/>
            </a:lvl6pPr>
            <a:lvl7pPr marL="1504920" indent="0">
              <a:buNone/>
              <a:defRPr sz="878" b="1"/>
            </a:lvl7pPr>
            <a:lvl8pPr marL="1755739" indent="0">
              <a:buNone/>
              <a:defRPr sz="878" b="1"/>
            </a:lvl8pPr>
            <a:lvl9pPr marL="2006559" indent="0">
              <a:buNone/>
              <a:defRPr sz="878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1374312"/>
            <a:ext cx="5183188" cy="202140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DCF65E-C860-44C1-904B-74A2EEADC175}" type="datetimeFigureOut">
              <a:rPr lang="en-GB" smtClean="0"/>
              <a:t>05/11/2025</a:t>
            </a:fld>
            <a:endParaRPr lang="en-GB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358E73-8D75-4090-8CBA-B98ADBAB4CFA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78107797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DCF65E-C860-44C1-904B-74A2EEADC175}" type="datetimeFigureOut">
              <a:rPr lang="en-GB" smtClean="0"/>
              <a:t>05/11/2025</a:t>
            </a:fld>
            <a:endParaRPr lang="en-GB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358E73-8D75-4090-8CBA-B98ADBAB4CFA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94598141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DCF65E-C860-44C1-904B-74A2EEADC175}" type="datetimeFigureOut">
              <a:rPr lang="en-GB" smtClean="0"/>
              <a:t>05/11/2025</a:t>
            </a:fld>
            <a:endParaRPr lang="en-GB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358E73-8D75-4090-8CBA-B98ADBAB4CFA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22192054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9" y="250825"/>
            <a:ext cx="3932237" cy="877888"/>
          </a:xfrm>
        </p:spPr>
        <p:txBody>
          <a:bodyPr anchor="b"/>
          <a:lstStyle>
            <a:lvl1pPr>
              <a:defRPr sz="1756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541713"/>
            <a:ext cx="6172200" cy="2673725"/>
          </a:xfrm>
        </p:spPr>
        <p:txBody>
          <a:bodyPr/>
          <a:lstStyle>
            <a:lvl1pPr>
              <a:defRPr sz="1756"/>
            </a:lvl1pPr>
            <a:lvl2pPr>
              <a:defRPr sz="1536"/>
            </a:lvl2pPr>
            <a:lvl3pPr>
              <a:defRPr sz="1317"/>
            </a:lvl3pPr>
            <a:lvl4pPr>
              <a:defRPr sz="1097"/>
            </a:lvl4pPr>
            <a:lvl5pPr>
              <a:defRPr sz="1097"/>
            </a:lvl5pPr>
            <a:lvl6pPr>
              <a:defRPr sz="1097"/>
            </a:lvl6pPr>
            <a:lvl7pPr>
              <a:defRPr sz="1097"/>
            </a:lvl7pPr>
            <a:lvl8pPr>
              <a:defRPr sz="1097"/>
            </a:lvl8pPr>
            <a:lvl9pPr>
              <a:defRPr sz="1097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9" y="1128712"/>
            <a:ext cx="3932237" cy="2091080"/>
          </a:xfrm>
        </p:spPr>
        <p:txBody>
          <a:bodyPr/>
          <a:lstStyle>
            <a:lvl1pPr marL="0" indent="0">
              <a:buNone/>
              <a:defRPr sz="878"/>
            </a:lvl1pPr>
            <a:lvl2pPr marL="250820" indent="0">
              <a:buNone/>
              <a:defRPr sz="768"/>
            </a:lvl2pPr>
            <a:lvl3pPr marL="501640" indent="0">
              <a:buNone/>
              <a:defRPr sz="658"/>
            </a:lvl3pPr>
            <a:lvl4pPr marL="752460" indent="0">
              <a:buNone/>
              <a:defRPr sz="549"/>
            </a:lvl4pPr>
            <a:lvl5pPr marL="1003280" indent="0">
              <a:buNone/>
              <a:defRPr sz="549"/>
            </a:lvl5pPr>
            <a:lvl6pPr marL="1254100" indent="0">
              <a:buNone/>
              <a:defRPr sz="549"/>
            </a:lvl6pPr>
            <a:lvl7pPr marL="1504920" indent="0">
              <a:buNone/>
              <a:defRPr sz="549"/>
            </a:lvl7pPr>
            <a:lvl8pPr marL="1755739" indent="0">
              <a:buNone/>
              <a:defRPr sz="549"/>
            </a:lvl8pPr>
            <a:lvl9pPr marL="2006559" indent="0">
              <a:buNone/>
              <a:defRPr sz="549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DCF65E-C860-44C1-904B-74A2EEADC175}" type="datetimeFigureOut">
              <a:rPr lang="en-GB" smtClean="0"/>
              <a:t>05/11/2025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358E73-8D75-4090-8CBA-B98ADBAB4CFA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78831560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9" y="250825"/>
            <a:ext cx="3932237" cy="877888"/>
          </a:xfrm>
        </p:spPr>
        <p:txBody>
          <a:bodyPr anchor="b"/>
          <a:lstStyle>
            <a:lvl1pPr>
              <a:defRPr sz="1756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541713"/>
            <a:ext cx="6172200" cy="2673725"/>
          </a:xfrm>
        </p:spPr>
        <p:txBody>
          <a:bodyPr anchor="t"/>
          <a:lstStyle>
            <a:lvl1pPr marL="0" indent="0">
              <a:buNone/>
              <a:defRPr sz="1756"/>
            </a:lvl1pPr>
            <a:lvl2pPr marL="250820" indent="0">
              <a:buNone/>
              <a:defRPr sz="1536"/>
            </a:lvl2pPr>
            <a:lvl3pPr marL="501640" indent="0">
              <a:buNone/>
              <a:defRPr sz="1317"/>
            </a:lvl3pPr>
            <a:lvl4pPr marL="752460" indent="0">
              <a:buNone/>
              <a:defRPr sz="1097"/>
            </a:lvl4pPr>
            <a:lvl5pPr marL="1003280" indent="0">
              <a:buNone/>
              <a:defRPr sz="1097"/>
            </a:lvl5pPr>
            <a:lvl6pPr marL="1254100" indent="0">
              <a:buNone/>
              <a:defRPr sz="1097"/>
            </a:lvl6pPr>
            <a:lvl7pPr marL="1504920" indent="0">
              <a:buNone/>
              <a:defRPr sz="1097"/>
            </a:lvl7pPr>
            <a:lvl8pPr marL="1755739" indent="0">
              <a:buNone/>
              <a:defRPr sz="1097"/>
            </a:lvl8pPr>
            <a:lvl9pPr marL="2006559" indent="0">
              <a:buNone/>
              <a:defRPr sz="1097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9" y="1128712"/>
            <a:ext cx="3932237" cy="2091080"/>
          </a:xfrm>
        </p:spPr>
        <p:txBody>
          <a:bodyPr/>
          <a:lstStyle>
            <a:lvl1pPr marL="0" indent="0">
              <a:buNone/>
              <a:defRPr sz="878"/>
            </a:lvl1pPr>
            <a:lvl2pPr marL="250820" indent="0">
              <a:buNone/>
              <a:defRPr sz="768"/>
            </a:lvl2pPr>
            <a:lvl3pPr marL="501640" indent="0">
              <a:buNone/>
              <a:defRPr sz="658"/>
            </a:lvl3pPr>
            <a:lvl4pPr marL="752460" indent="0">
              <a:buNone/>
              <a:defRPr sz="549"/>
            </a:lvl4pPr>
            <a:lvl5pPr marL="1003280" indent="0">
              <a:buNone/>
              <a:defRPr sz="549"/>
            </a:lvl5pPr>
            <a:lvl6pPr marL="1254100" indent="0">
              <a:buNone/>
              <a:defRPr sz="549"/>
            </a:lvl6pPr>
            <a:lvl7pPr marL="1504920" indent="0">
              <a:buNone/>
              <a:defRPr sz="549"/>
            </a:lvl7pPr>
            <a:lvl8pPr marL="1755739" indent="0">
              <a:buNone/>
              <a:defRPr sz="549"/>
            </a:lvl8pPr>
            <a:lvl9pPr marL="2006559" indent="0">
              <a:buNone/>
              <a:defRPr sz="549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DCF65E-C860-44C1-904B-74A2EEADC175}" type="datetimeFigureOut">
              <a:rPr lang="en-GB" smtClean="0"/>
              <a:t>05/11/2025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358E73-8D75-4090-8CBA-B98ADBAB4CFA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22129980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DCF65E-C860-44C1-904B-74A2EEADC175}" type="datetimeFigureOut">
              <a:rPr lang="en-GB" smtClean="0"/>
              <a:t>05/11/2025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358E73-8D75-4090-8CBA-B98ADBAB4CFA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56227862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200312"/>
            <a:ext cx="2628900" cy="3188439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200312"/>
            <a:ext cx="7734300" cy="3188439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DCF65E-C860-44C1-904B-74A2EEADC175}" type="datetimeFigureOut">
              <a:rPr lang="en-GB" smtClean="0"/>
              <a:t>05/11/2025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358E73-8D75-4090-8CBA-B98ADBAB4CFA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59327473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200312"/>
            <a:ext cx="10515600" cy="72721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001558"/>
            <a:ext cx="10515600" cy="238719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3487164"/>
            <a:ext cx="2743200" cy="200312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658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4DCF65E-C860-44C1-904B-74A2EEADC175}" type="datetimeFigureOut">
              <a:rPr lang="en-GB" smtClean="0"/>
              <a:t>05/11/2025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3487164"/>
            <a:ext cx="4114800" cy="200312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658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3487164"/>
            <a:ext cx="2743200" cy="200312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658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D358E73-8D75-4090-8CBA-B98ADBAB4CFA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7597279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501640" rtl="0" eaLnBrk="1" latinLnBrk="0" hangingPunct="1">
        <a:lnSpc>
          <a:spcPct val="90000"/>
        </a:lnSpc>
        <a:spcBef>
          <a:spcPct val="0"/>
        </a:spcBef>
        <a:buNone/>
        <a:defRPr sz="2414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25410" indent="-125410" algn="l" defTabSz="501640" rtl="0" eaLnBrk="1" latinLnBrk="0" hangingPunct="1">
        <a:lnSpc>
          <a:spcPct val="90000"/>
        </a:lnSpc>
        <a:spcBef>
          <a:spcPts val="549"/>
        </a:spcBef>
        <a:buFont typeface="Arial" panose="020B0604020202020204" pitchFamily="34" charset="0"/>
        <a:buChar char="•"/>
        <a:defRPr sz="1536" kern="1200">
          <a:solidFill>
            <a:schemeClr val="tx1"/>
          </a:solidFill>
          <a:latin typeface="+mn-lt"/>
          <a:ea typeface="+mn-ea"/>
          <a:cs typeface="+mn-cs"/>
        </a:defRPr>
      </a:lvl1pPr>
      <a:lvl2pPr marL="376230" indent="-125410" algn="l" defTabSz="501640" rtl="0" eaLnBrk="1" latinLnBrk="0" hangingPunct="1">
        <a:lnSpc>
          <a:spcPct val="90000"/>
        </a:lnSpc>
        <a:spcBef>
          <a:spcPts val="274"/>
        </a:spcBef>
        <a:buFont typeface="Arial" panose="020B0604020202020204" pitchFamily="34" charset="0"/>
        <a:buChar char="•"/>
        <a:defRPr sz="1317" kern="1200">
          <a:solidFill>
            <a:schemeClr val="tx1"/>
          </a:solidFill>
          <a:latin typeface="+mn-lt"/>
          <a:ea typeface="+mn-ea"/>
          <a:cs typeface="+mn-cs"/>
        </a:defRPr>
      </a:lvl2pPr>
      <a:lvl3pPr marL="627050" indent="-125410" algn="l" defTabSz="501640" rtl="0" eaLnBrk="1" latinLnBrk="0" hangingPunct="1">
        <a:lnSpc>
          <a:spcPct val="90000"/>
        </a:lnSpc>
        <a:spcBef>
          <a:spcPts val="274"/>
        </a:spcBef>
        <a:buFont typeface="Arial" panose="020B0604020202020204" pitchFamily="34" charset="0"/>
        <a:buChar char="•"/>
        <a:defRPr sz="1097" kern="1200">
          <a:solidFill>
            <a:schemeClr val="tx1"/>
          </a:solidFill>
          <a:latin typeface="+mn-lt"/>
          <a:ea typeface="+mn-ea"/>
          <a:cs typeface="+mn-cs"/>
        </a:defRPr>
      </a:lvl3pPr>
      <a:lvl4pPr marL="877870" indent="-125410" algn="l" defTabSz="501640" rtl="0" eaLnBrk="1" latinLnBrk="0" hangingPunct="1">
        <a:lnSpc>
          <a:spcPct val="90000"/>
        </a:lnSpc>
        <a:spcBef>
          <a:spcPts val="274"/>
        </a:spcBef>
        <a:buFont typeface="Arial" panose="020B0604020202020204" pitchFamily="34" charset="0"/>
        <a:buChar char="•"/>
        <a:defRPr sz="987" kern="1200">
          <a:solidFill>
            <a:schemeClr val="tx1"/>
          </a:solidFill>
          <a:latin typeface="+mn-lt"/>
          <a:ea typeface="+mn-ea"/>
          <a:cs typeface="+mn-cs"/>
        </a:defRPr>
      </a:lvl4pPr>
      <a:lvl5pPr marL="1128690" indent="-125410" algn="l" defTabSz="501640" rtl="0" eaLnBrk="1" latinLnBrk="0" hangingPunct="1">
        <a:lnSpc>
          <a:spcPct val="90000"/>
        </a:lnSpc>
        <a:spcBef>
          <a:spcPts val="274"/>
        </a:spcBef>
        <a:buFont typeface="Arial" panose="020B0604020202020204" pitchFamily="34" charset="0"/>
        <a:buChar char="•"/>
        <a:defRPr sz="987" kern="1200">
          <a:solidFill>
            <a:schemeClr val="tx1"/>
          </a:solidFill>
          <a:latin typeface="+mn-lt"/>
          <a:ea typeface="+mn-ea"/>
          <a:cs typeface="+mn-cs"/>
        </a:defRPr>
      </a:lvl5pPr>
      <a:lvl6pPr marL="1379510" indent="-125410" algn="l" defTabSz="501640" rtl="0" eaLnBrk="1" latinLnBrk="0" hangingPunct="1">
        <a:lnSpc>
          <a:spcPct val="90000"/>
        </a:lnSpc>
        <a:spcBef>
          <a:spcPts val="274"/>
        </a:spcBef>
        <a:buFont typeface="Arial" panose="020B0604020202020204" pitchFamily="34" charset="0"/>
        <a:buChar char="•"/>
        <a:defRPr sz="987" kern="1200">
          <a:solidFill>
            <a:schemeClr val="tx1"/>
          </a:solidFill>
          <a:latin typeface="+mn-lt"/>
          <a:ea typeface="+mn-ea"/>
          <a:cs typeface="+mn-cs"/>
        </a:defRPr>
      </a:lvl6pPr>
      <a:lvl7pPr marL="1630329" indent="-125410" algn="l" defTabSz="501640" rtl="0" eaLnBrk="1" latinLnBrk="0" hangingPunct="1">
        <a:lnSpc>
          <a:spcPct val="90000"/>
        </a:lnSpc>
        <a:spcBef>
          <a:spcPts val="274"/>
        </a:spcBef>
        <a:buFont typeface="Arial" panose="020B0604020202020204" pitchFamily="34" charset="0"/>
        <a:buChar char="•"/>
        <a:defRPr sz="987" kern="1200">
          <a:solidFill>
            <a:schemeClr val="tx1"/>
          </a:solidFill>
          <a:latin typeface="+mn-lt"/>
          <a:ea typeface="+mn-ea"/>
          <a:cs typeface="+mn-cs"/>
        </a:defRPr>
      </a:lvl7pPr>
      <a:lvl8pPr marL="1881149" indent="-125410" algn="l" defTabSz="501640" rtl="0" eaLnBrk="1" latinLnBrk="0" hangingPunct="1">
        <a:lnSpc>
          <a:spcPct val="90000"/>
        </a:lnSpc>
        <a:spcBef>
          <a:spcPts val="274"/>
        </a:spcBef>
        <a:buFont typeface="Arial" panose="020B0604020202020204" pitchFamily="34" charset="0"/>
        <a:buChar char="•"/>
        <a:defRPr sz="987" kern="1200">
          <a:solidFill>
            <a:schemeClr val="tx1"/>
          </a:solidFill>
          <a:latin typeface="+mn-lt"/>
          <a:ea typeface="+mn-ea"/>
          <a:cs typeface="+mn-cs"/>
        </a:defRPr>
      </a:lvl8pPr>
      <a:lvl9pPr marL="2131969" indent="-125410" algn="l" defTabSz="501640" rtl="0" eaLnBrk="1" latinLnBrk="0" hangingPunct="1">
        <a:lnSpc>
          <a:spcPct val="90000"/>
        </a:lnSpc>
        <a:spcBef>
          <a:spcPts val="274"/>
        </a:spcBef>
        <a:buFont typeface="Arial" panose="020B0604020202020204" pitchFamily="34" charset="0"/>
        <a:buChar char="•"/>
        <a:defRPr sz="987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501640" rtl="0" eaLnBrk="1" latinLnBrk="0" hangingPunct="1">
        <a:defRPr sz="987" kern="1200">
          <a:solidFill>
            <a:schemeClr val="tx1"/>
          </a:solidFill>
          <a:latin typeface="+mn-lt"/>
          <a:ea typeface="+mn-ea"/>
          <a:cs typeface="+mn-cs"/>
        </a:defRPr>
      </a:lvl1pPr>
      <a:lvl2pPr marL="250820" algn="l" defTabSz="501640" rtl="0" eaLnBrk="1" latinLnBrk="0" hangingPunct="1">
        <a:defRPr sz="987" kern="1200">
          <a:solidFill>
            <a:schemeClr val="tx1"/>
          </a:solidFill>
          <a:latin typeface="+mn-lt"/>
          <a:ea typeface="+mn-ea"/>
          <a:cs typeface="+mn-cs"/>
        </a:defRPr>
      </a:lvl2pPr>
      <a:lvl3pPr marL="501640" algn="l" defTabSz="501640" rtl="0" eaLnBrk="1" latinLnBrk="0" hangingPunct="1">
        <a:defRPr sz="987" kern="1200">
          <a:solidFill>
            <a:schemeClr val="tx1"/>
          </a:solidFill>
          <a:latin typeface="+mn-lt"/>
          <a:ea typeface="+mn-ea"/>
          <a:cs typeface="+mn-cs"/>
        </a:defRPr>
      </a:lvl3pPr>
      <a:lvl4pPr marL="752460" algn="l" defTabSz="501640" rtl="0" eaLnBrk="1" latinLnBrk="0" hangingPunct="1">
        <a:defRPr sz="987" kern="1200">
          <a:solidFill>
            <a:schemeClr val="tx1"/>
          </a:solidFill>
          <a:latin typeface="+mn-lt"/>
          <a:ea typeface="+mn-ea"/>
          <a:cs typeface="+mn-cs"/>
        </a:defRPr>
      </a:lvl4pPr>
      <a:lvl5pPr marL="1003280" algn="l" defTabSz="501640" rtl="0" eaLnBrk="1" latinLnBrk="0" hangingPunct="1">
        <a:defRPr sz="987" kern="1200">
          <a:solidFill>
            <a:schemeClr val="tx1"/>
          </a:solidFill>
          <a:latin typeface="+mn-lt"/>
          <a:ea typeface="+mn-ea"/>
          <a:cs typeface="+mn-cs"/>
        </a:defRPr>
      </a:lvl5pPr>
      <a:lvl6pPr marL="1254100" algn="l" defTabSz="501640" rtl="0" eaLnBrk="1" latinLnBrk="0" hangingPunct="1">
        <a:defRPr sz="987" kern="1200">
          <a:solidFill>
            <a:schemeClr val="tx1"/>
          </a:solidFill>
          <a:latin typeface="+mn-lt"/>
          <a:ea typeface="+mn-ea"/>
          <a:cs typeface="+mn-cs"/>
        </a:defRPr>
      </a:lvl6pPr>
      <a:lvl7pPr marL="1504920" algn="l" defTabSz="501640" rtl="0" eaLnBrk="1" latinLnBrk="0" hangingPunct="1">
        <a:defRPr sz="987" kern="1200">
          <a:solidFill>
            <a:schemeClr val="tx1"/>
          </a:solidFill>
          <a:latin typeface="+mn-lt"/>
          <a:ea typeface="+mn-ea"/>
          <a:cs typeface="+mn-cs"/>
        </a:defRPr>
      </a:lvl7pPr>
      <a:lvl8pPr marL="1755739" algn="l" defTabSz="501640" rtl="0" eaLnBrk="1" latinLnBrk="0" hangingPunct="1">
        <a:defRPr sz="987" kern="1200">
          <a:solidFill>
            <a:schemeClr val="tx1"/>
          </a:solidFill>
          <a:latin typeface="+mn-lt"/>
          <a:ea typeface="+mn-ea"/>
          <a:cs typeface="+mn-cs"/>
        </a:defRPr>
      </a:lvl8pPr>
      <a:lvl9pPr marL="2006559" algn="l" defTabSz="501640" rtl="0" eaLnBrk="1" latinLnBrk="0" hangingPunct="1">
        <a:defRPr sz="987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FAB19D21-4F67-949B-5DA5-88340A8CD314}"/>
              </a:ext>
            </a:extLst>
          </p:cNvPr>
          <p:cNvSpPr/>
          <p:nvPr/>
        </p:nvSpPr>
        <p:spPr>
          <a:xfrm>
            <a:off x="4107033" y="306594"/>
            <a:ext cx="8686801" cy="232853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2400" dirty="0">
                <a:solidFill>
                  <a:srgbClr val="B5121B"/>
                </a:solidFill>
                <a:latin typeface="Source Sans Pro SemiBold" panose="020B0603030403020204" pitchFamily="34" charset="0"/>
                <a:ea typeface="Source Sans Pro SemiBold" panose="020B0603030403020204" pitchFamily="34" charset="0"/>
                <a:cs typeface="Arial" panose="020B0604020202020204" pitchFamily="34" charset="0"/>
              </a:rPr>
              <a:t>BMVC</a:t>
            </a:r>
            <a:endParaRPr lang="en-GB" sz="22400" dirty="0">
              <a:solidFill>
                <a:srgbClr val="B5121B"/>
              </a:solidFill>
              <a:latin typeface="Source Sans Pro SemiBold" panose="020B0603030403020204" pitchFamily="34" charset="0"/>
              <a:ea typeface="Source Sans Pro SemiBold" panose="020B0603030403020204" pitchFamily="34" charset="0"/>
              <a:cs typeface="Arial" panose="020B0604020202020204" pitchFamily="34" charset="0"/>
            </a:endParaRP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6F2FBFF3-3938-1468-F4A7-FF2A41B36F7D}"/>
              </a:ext>
            </a:extLst>
          </p:cNvPr>
          <p:cNvSpPr/>
          <p:nvPr/>
        </p:nvSpPr>
        <p:spPr>
          <a:xfrm>
            <a:off x="8953168" y="2443967"/>
            <a:ext cx="3333107" cy="1248102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9600" dirty="0">
                <a:solidFill>
                  <a:srgbClr val="B5121B"/>
                </a:solidFill>
                <a:latin typeface="Source Sans Pro SemiBold" panose="020B0603030403020204" pitchFamily="34" charset="0"/>
                <a:ea typeface="Source Sans Pro SemiBold" panose="020B0603030403020204" pitchFamily="34" charset="0"/>
                <a:cs typeface="Arial" panose="020B0604020202020204" pitchFamily="34" charset="0"/>
              </a:rPr>
              <a:t>2026</a:t>
            </a:r>
            <a:endParaRPr lang="en-GB" sz="18700" dirty="0">
              <a:solidFill>
                <a:srgbClr val="B5121B"/>
              </a:solidFill>
              <a:latin typeface="Source Sans Pro SemiBold" panose="020B0603030403020204" pitchFamily="34" charset="0"/>
              <a:ea typeface="Source Sans Pro SemiBold" panose="020B0603030403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8CB90A39-A961-40C8-A9CB-B52A6BE10E5C}"/>
              </a:ext>
            </a:extLst>
          </p:cNvPr>
          <p:cNvSpPr/>
          <p:nvPr/>
        </p:nvSpPr>
        <p:spPr>
          <a:xfrm>
            <a:off x="1026319" y="778669"/>
            <a:ext cx="1547812" cy="1531144"/>
          </a:xfrm>
          <a:prstGeom prst="roundRect">
            <a:avLst>
              <a:gd name="adj" fmla="val 12312"/>
            </a:avLst>
          </a:prstGeom>
          <a:noFill/>
          <a:ln w="57150">
            <a:solidFill>
              <a:srgbClr val="B5121B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4" name="Oval 3">
            <a:extLst>
              <a:ext uri="{FF2B5EF4-FFF2-40B4-BE49-F238E27FC236}">
                <a16:creationId xmlns:a16="http://schemas.microsoft.com/office/drawing/2014/main" id="{564DFADF-B3B2-5CFA-4C61-044C533F149F}"/>
              </a:ext>
            </a:extLst>
          </p:cNvPr>
          <p:cNvSpPr/>
          <p:nvPr/>
        </p:nvSpPr>
        <p:spPr>
          <a:xfrm>
            <a:off x="790576" y="511970"/>
            <a:ext cx="108000" cy="109537"/>
          </a:xfrm>
          <a:prstGeom prst="ellipse">
            <a:avLst/>
          </a:prstGeom>
          <a:solidFill>
            <a:schemeClr val="bg1"/>
          </a:solidFill>
          <a:ln w="38100">
            <a:solidFill>
              <a:srgbClr val="B5121B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cxnSp>
        <p:nvCxnSpPr>
          <p:cNvPr id="8" name="Connector: Elbow 7">
            <a:extLst>
              <a:ext uri="{FF2B5EF4-FFF2-40B4-BE49-F238E27FC236}">
                <a16:creationId xmlns:a16="http://schemas.microsoft.com/office/drawing/2014/main" id="{02CD3F5D-C542-F35C-805D-83EF10CD209C}"/>
              </a:ext>
            </a:extLst>
          </p:cNvPr>
          <p:cNvCxnSpPr>
            <a:stCxn id="4" idx="6"/>
          </p:cNvCxnSpPr>
          <p:nvPr/>
        </p:nvCxnSpPr>
        <p:spPr>
          <a:xfrm>
            <a:off x="898576" y="566739"/>
            <a:ext cx="358724" cy="211930"/>
          </a:xfrm>
          <a:prstGeom prst="bentConnector3">
            <a:avLst>
              <a:gd name="adj1" fmla="val 98458"/>
            </a:avLst>
          </a:prstGeom>
          <a:ln w="38100">
            <a:solidFill>
              <a:srgbClr val="B5121B"/>
            </a:solidFill>
            <a:round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: Elbow 9">
            <a:extLst>
              <a:ext uri="{FF2B5EF4-FFF2-40B4-BE49-F238E27FC236}">
                <a16:creationId xmlns:a16="http://schemas.microsoft.com/office/drawing/2014/main" id="{0C76E9E1-CD1D-D96C-46CA-C964A6403842}"/>
              </a:ext>
            </a:extLst>
          </p:cNvPr>
          <p:cNvCxnSpPr>
            <a:cxnSpLocks/>
            <a:stCxn id="11" idx="4"/>
          </p:cNvCxnSpPr>
          <p:nvPr/>
        </p:nvCxnSpPr>
        <p:spPr>
          <a:xfrm rot="16200000" flipH="1">
            <a:off x="1467981" y="402260"/>
            <a:ext cx="382186" cy="370628"/>
          </a:xfrm>
          <a:prstGeom prst="bentConnector3">
            <a:avLst>
              <a:gd name="adj1" fmla="val 101714"/>
            </a:avLst>
          </a:prstGeom>
          <a:ln w="38100">
            <a:solidFill>
              <a:srgbClr val="B5121B"/>
            </a:solidFill>
            <a:round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Oval 10">
            <a:extLst>
              <a:ext uri="{FF2B5EF4-FFF2-40B4-BE49-F238E27FC236}">
                <a16:creationId xmlns:a16="http://schemas.microsoft.com/office/drawing/2014/main" id="{09FE17EF-1743-06C9-631D-C9456817DEDE}"/>
              </a:ext>
            </a:extLst>
          </p:cNvPr>
          <p:cNvSpPr/>
          <p:nvPr/>
        </p:nvSpPr>
        <p:spPr>
          <a:xfrm>
            <a:off x="1419760" y="286944"/>
            <a:ext cx="108000" cy="109537"/>
          </a:xfrm>
          <a:prstGeom prst="ellipse">
            <a:avLst/>
          </a:prstGeom>
          <a:solidFill>
            <a:schemeClr val="bg1"/>
          </a:solidFill>
          <a:ln w="38100">
            <a:solidFill>
              <a:srgbClr val="B5121B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cxnSp>
        <p:nvCxnSpPr>
          <p:cNvPr id="14" name="Connector: Elbow 13">
            <a:extLst>
              <a:ext uri="{FF2B5EF4-FFF2-40B4-BE49-F238E27FC236}">
                <a16:creationId xmlns:a16="http://schemas.microsoft.com/office/drawing/2014/main" id="{07D27E2D-8D95-BFAF-7EE0-78BA2707E0D0}"/>
              </a:ext>
            </a:extLst>
          </p:cNvPr>
          <p:cNvCxnSpPr>
            <a:cxnSpLocks/>
            <a:stCxn id="16" idx="4"/>
          </p:cNvCxnSpPr>
          <p:nvPr/>
        </p:nvCxnSpPr>
        <p:spPr>
          <a:xfrm rot="5400000">
            <a:off x="1547320" y="411350"/>
            <a:ext cx="518516" cy="216116"/>
          </a:xfrm>
          <a:prstGeom prst="bentConnector3">
            <a:avLst>
              <a:gd name="adj1" fmla="val 43111"/>
            </a:avLst>
          </a:prstGeom>
          <a:ln w="38100">
            <a:solidFill>
              <a:srgbClr val="B5121B"/>
            </a:solidFill>
            <a:round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Oval 15">
            <a:extLst>
              <a:ext uri="{FF2B5EF4-FFF2-40B4-BE49-F238E27FC236}">
                <a16:creationId xmlns:a16="http://schemas.microsoft.com/office/drawing/2014/main" id="{06B4E625-48ED-90D1-0044-FDFCDF529B36}"/>
              </a:ext>
            </a:extLst>
          </p:cNvPr>
          <p:cNvSpPr/>
          <p:nvPr/>
        </p:nvSpPr>
        <p:spPr>
          <a:xfrm>
            <a:off x="1860636" y="150613"/>
            <a:ext cx="108000" cy="109537"/>
          </a:xfrm>
          <a:prstGeom prst="ellipse">
            <a:avLst/>
          </a:prstGeom>
          <a:solidFill>
            <a:schemeClr val="bg1"/>
          </a:solidFill>
          <a:ln w="38100">
            <a:solidFill>
              <a:srgbClr val="B5121B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7" name="Oval 16">
            <a:extLst>
              <a:ext uri="{FF2B5EF4-FFF2-40B4-BE49-F238E27FC236}">
                <a16:creationId xmlns:a16="http://schemas.microsoft.com/office/drawing/2014/main" id="{A5FDB8DF-F97F-5759-2E93-B1912F314122}"/>
              </a:ext>
            </a:extLst>
          </p:cNvPr>
          <p:cNvSpPr/>
          <p:nvPr/>
        </p:nvSpPr>
        <p:spPr>
          <a:xfrm>
            <a:off x="2806337" y="114294"/>
            <a:ext cx="108000" cy="109537"/>
          </a:xfrm>
          <a:prstGeom prst="ellipse">
            <a:avLst/>
          </a:prstGeom>
          <a:solidFill>
            <a:schemeClr val="bg1"/>
          </a:solidFill>
          <a:ln w="38100">
            <a:solidFill>
              <a:srgbClr val="B5121B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8" name="Oval 17">
            <a:extLst>
              <a:ext uri="{FF2B5EF4-FFF2-40B4-BE49-F238E27FC236}">
                <a16:creationId xmlns:a16="http://schemas.microsoft.com/office/drawing/2014/main" id="{A096C13C-7986-1FB2-E02B-4FE916CBECB4}"/>
              </a:ext>
            </a:extLst>
          </p:cNvPr>
          <p:cNvSpPr/>
          <p:nvPr/>
        </p:nvSpPr>
        <p:spPr>
          <a:xfrm>
            <a:off x="3567337" y="334562"/>
            <a:ext cx="108000" cy="109537"/>
          </a:xfrm>
          <a:prstGeom prst="ellipse">
            <a:avLst/>
          </a:prstGeom>
          <a:solidFill>
            <a:schemeClr val="bg1"/>
          </a:solidFill>
          <a:ln w="38100">
            <a:solidFill>
              <a:srgbClr val="B5121B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9" name="Oval 18">
            <a:extLst>
              <a:ext uri="{FF2B5EF4-FFF2-40B4-BE49-F238E27FC236}">
                <a16:creationId xmlns:a16="http://schemas.microsoft.com/office/drawing/2014/main" id="{F0C04610-EF9F-27AB-4BBD-9A5EA35EE630}"/>
              </a:ext>
            </a:extLst>
          </p:cNvPr>
          <p:cNvSpPr/>
          <p:nvPr/>
        </p:nvSpPr>
        <p:spPr>
          <a:xfrm>
            <a:off x="476943" y="778667"/>
            <a:ext cx="108000" cy="109537"/>
          </a:xfrm>
          <a:prstGeom prst="ellipse">
            <a:avLst/>
          </a:prstGeom>
          <a:solidFill>
            <a:schemeClr val="bg1"/>
          </a:solidFill>
          <a:ln w="38100">
            <a:solidFill>
              <a:srgbClr val="B5121B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0" name="Oval 19">
            <a:extLst>
              <a:ext uri="{FF2B5EF4-FFF2-40B4-BE49-F238E27FC236}">
                <a16:creationId xmlns:a16="http://schemas.microsoft.com/office/drawing/2014/main" id="{9A6BDD39-8159-A8FE-A8F6-C2ED885145F3}"/>
              </a:ext>
            </a:extLst>
          </p:cNvPr>
          <p:cNvSpPr/>
          <p:nvPr/>
        </p:nvSpPr>
        <p:spPr>
          <a:xfrm>
            <a:off x="205868" y="1223958"/>
            <a:ext cx="108000" cy="109537"/>
          </a:xfrm>
          <a:prstGeom prst="ellipse">
            <a:avLst/>
          </a:prstGeom>
          <a:solidFill>
            <a:schemeClr val="bg1"/>
          </a:solidFill>
          <a:ln w="38100">
            <a:solidFill>
              <a:srgbClr val="B5121B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1" name="Oval 20">
            <a:extLst>
              <a:ext uri="{FF2B5EF4-FFF2-40B4-BE49-F238E27FC236}">
                <a16:creationId xmlns:a16="http://schemas.microsoft.com/office/drawing/2014/main" id="{C5BABDB5-E1F7-BAE2-B732-F2128C02B160}"/>
              </a:ext>
            </a:extLst>
          </p:cNvPr>
          <p:cNvSpPr/>
          <p:nvPr/>
        </p:nvSpPr>
        <p:spPr>
          <a:xfrm>
            <a:off x="154249" y="1988337"/>
            <a:ext cx="108000" cy="109537"/>
          </a:xfrm>
          <a:prstGeom prst="ellipse">
            <a:avLst/>
          </a:prstGeom>
          <a:solidFill>
            <a:schemeClr val="bg1"/>
          </a:solidFill>
          <a:ln w="38100">
            <a:solidFill>
              <a:srgbClr val="B5121B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2" name="Oval 21">
            <a:extLst>
              <a:ext uri="{FF2B5EF4-FFF2-40B4-BE49-F238E27FC236}">
                <a16:creationId xmlns:a16="http://schemas.microsoft.com/office/drawing/2014/main" id="{3C046BD2-BF0C-41AC-2ADE-690A136A8471}"/>
              </a:ext>
            </a:extLst>
          </p:cNvPr>
          <p:cNvSpPr/>
          <p:nvPr/>
        </p:nvSpPr>
        <p:spPr>
          <a:xfrm>
            <a:off x="431167" y="2209877"/>
            <a:ext cx="108000" cy="109537"/>
          </a:xfrm>
          <a:prstGeom prst="ellipse">
            <a:avLst/>
          </a:prstGeom>
          <a:solidFill>
            <a:schemeClr val="bg1"/>
          </a:solidFill>
          <a:ln w="38100">
            <a:solidFill>
              <a:srgbClr val="B5121B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4" name="Oval 23">
            <a:extLst>
              <a:ext uri="{FF2B5EF4-FFF2-40B4-BE49-F238E27FC236}">
                <a16:creationId xmlns:a16="http://schemas.microsoft.com/office/drawing/2014/main" id="{649326BF-145C-BBA7-0E81-87B37BECEECF}"/>
              </a:ext>
            </a:extLst>
          </p:cNvPr>
          <p:cNvSpPr/>
          <p:nvPr/>
        </p:nvSpPr>
        <p:spPr>
          <a:xfrm>
            <a:off x="1193776" y="2525587"/>
            <a:ext cx="108000" cy="109537"/>
          </a:xfrm>
          <a:prstGeom prst="ellipse">
            <a:avLst/>
          </a:prstGeom>
          <a:solidFill>
            <a:schemeClr val="bg1"/>
          </a:solidFill>
          <a:ln w="38100">
            <a:solidFill>
              <a:srgbClr val="B5121B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5" name="Oval 24">
            <a:extLst>
              <a:ext uri="{FF2B5EF4-FFF2-40B4-BE49-F238E27FC236}">
                <a16:creationId xmlns:a16="http://schemas.microsoft.com/office/drawing/2014/main" id="{0353A7BB-795F-B599-DE2B-7B5E56E26490}"/>
              </a:ext>
            </a:extLst>
          </p:cNvPr>
          <p:cNvSpPr/>
          <p:nvPr/>
        </p:nvSpPr>
        <p:spPr>
          <a:xfrm>
            <a:off x="1644786" y="2793747"/>
            <a:ext cx="108000" cy="109537"/>
          </a:xfrm>
          <a:prstGeom prst="ellipse">
            <a:avLst/>
          </a:prstGeom>
          <a:solidFill>
            <a:schemeClr val="bg1"/>
          </a:solidFill>
          <a:ln w="38100">
            <a:solidFill>
              <a:srgbClr val="B5121B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6" name="Oval 25">
            <a:extLst>
              <a:ext uri="{FF2B5EF4-FFF2-40B4-BE49-F238E27FC236}">
                <a16:creationId xmlns:a16="http://schemas.microsoft.com/office/drawing/2014/main" id="{524B29F7-B3C5-5617-1E38-BFD275218B9A}"/>
              </a:ext>
            </a:extLst>
          </p:cNvPr>
          <p:cNvSpPr/>
          <p:nvPr/>
        </p:nvSpPr>
        <p:spPr>
          <a:xfrm>
            <a:off x="1860636" y="2978945"/>
            <a:ext cx="108000" cy="109537"/>
          </a:xfrm>
          <a:prstGeom prst="ellipse">
            <a:avLst/>
          </a:prstGeom>
          <a:solidFill>
            <a:schemeClr val="bg1"/>
          </a:solidFill>
          <a:ln w="38100">
            <a:solidFill>
              <a:srgbClr val="B5121B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7" name="Oval 26">
            <a:extLst>
              <a:ext uri="{FF2B5EF4-FFF2-40B4-BE49-F238E27FC236}">
                <a16:creationId xmlns:a16="http://schemas.microsoft.com/office/drawing/2014/main" id="{AEC5C8A2-4E19-BB4F-D30F-9F4BE1CFA2A3}"/>
              </a:ext>
            </a:extLst>
          </p:cNvPr>
          <p:cNvSpPr/>
          <p:nvPr/>
        </p:nvSpPr>
        <p:spPr>
          <a:xfrm>
            <a:off x="3074230" y="3507043"/>
            <a:ext cx="108000" cy="109537"/>
          </a:xfrm>
          <a:prstGeom prst="ellipse">
            <a:avLst/>
          </a:prstGeom>
          <a:solidFill>
            <a:schemeClr val="bg1"/>
          </a:solidFill>
          <a:ln w="38100">
            <a:solidFill>
              <a:srgbClr val="B5121B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8" name="Oval 27">
            <a:extLst>
              <a:ext uri="{FF2B5EF4-FFF2-40B4-BE49-F238E27FC236}">
                <a16:creationId xmlns:a16="http://schemas.microsoft.com/office/drawing/2014/main" id="{EB93EF49-761E-2540-6342-0EED69F6CE99}"/>
              </a:ext>
            </a:extLst>
          </p:cNvPr>
          <p:cNvSpPr/>
          <p:nvPr/>
        </p:nvSpPr>
        <p:spPr>
          <a:xfrm>
            <a:off x="3074230" y="3151541"/>
            <a:ext cx="108000" cy="109537"/>
          </a:xfrm>
          <a:prstGeom prst="ellipse">
            <a:avLst/>
          </a:prstGeom>
          <a:solidFill>
            <a:schemeClr val="bg1"/>
          </a:solidFill>
          <a:ln w="38100">
            <a:solidFill>
              <a:srgbClr val="B5121B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9" name="Oval 28">
            <a:extLst>
              <a:ext uri="{FF2B5EF4-FFF2-40B4-BE49-F238E27FC236}">
                <a16:creationId xmlns:a16="http://schemas.microsoft.com/office/drawing/2014/main" id="{C194A5F7-D6FF-ED6F-4F7F-9FC8005CF954}"/>
              </a:ext>
            </a:extLst>
          </p:cNvPr>
          <p:cNvSpPr/>
          <p:nvPr/>
        </p:nvSpPr>
        <p:spPr>
          <a:xfrm>
            <a:off x="3929099" y="3013249"/>
            <a:ext cx="108000" cy="109537"/>
          </a:xfrm>
          <a:prstGeom prst="ellipse">
            <a:avLst/>
          </a:prstGeom>
          <a:solidFill>
            <a:schemeClr val="bg1"/>
          </a:solidFill>
          <a:ln w="38100">
            <a:solidFill>
              <a:srgbClr val="B5121B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30" name="Oval 29">
            <a:extLst>
              <a:ext uri="{FF2B5EF4-FFF2-40B4-BE49-F238E27FC236}">
                <a16:creationId xmlns:a16="http://schemas.microsoft.com/office/drawing/2014/main" id="{E0DA7DAF-DF39-3B1A-DF3B-EE2538FB85FE}"/>
              </a:ext>
            </a:extLst>
          </p:cNvPr>
          <p:cNvSpPr/>
          <p:nvPr/>
        </p:nvSpPr>
        <p:spPr>
          <a:xfrm>
            <a:off x="4148174" y="2848515"/>
            <a:ext cx="108000" cy="109537"/>
          </a:xfrm>
          <a:prstGeom prst="ellipse">
            <a:avLst/>
          </a:prstGeom>
          <a:solidFill>
            <a:schemeClr val="bg1"/>
          </a:solidFill>
          <a:ln w="38100">
            <a:solidFill>
              <a:srgbClr val="B5121B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31" name="Oval 30">
            <a:extLst>
              <a:ext uri="{FF2B5EF4-FFF2-40B4-BE49-F238E27FC236}">
                <a16:creationId xmlns:a16="http://schemas.microsoft.com/office/drawing/2014/main" id="{A4D2402D-E335-9E8F-ADB4-3DC3ADB919E3}"/>
              </a:ext>
            </a:extLst>
          </p:cNvPr>
          <p:cNvSpPr/>
          <p:nvPr/>
        </p:nvSpPr>
        <p:spPr>
          <a:xfrm>
            <a:off x="4422584" y="2525586"/>
            <a:ext cx="108000" cy="109537"/>
          </a:xfrm>
          <a:prstGeom prst="ellipse">
            <a:avLst/>
          </a:prstGeom>
          <a:solidFill>
            <a:schemeClr val="bg1"/>
          </a:solidFill>
          <a:ln w="38100">
            <a:solidFill>
              <a:srgbClr val="B5121B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32" name="Oval 31">
            <a:extLst>
              <a:ext uri="{FF2B5EF4-FFF2-40B4-BE49-F238E27FC236}">
                <a16:creationId xmlns:a16="http://schemas.microsoft.com/office/drawing/2014/main" id="{FB07E357-AD5B-1327-19EC-C3B7DEE5DCC7}"/>
              </a:ext>
            </a:extLst>
          </p:cNvPr>
          <p:cNvSpPr/>
          <p:nvPr/>
        </p:nvSpPr>
        <p:spPr>
          <a:xfrm>
            <a:off x="4596962" y="2126457"/>
            <a:ext cx="108000" cy="109537"/>
          </a:xfrm>
          <a:prstGeom prst="ellipse">
            <a:avLst/>
          </a:prstGeom>
          <a:solidFill>
            <a:schemeClr val="bg1"/>
          </a:solidFill>
          <a:ln w="38100">
            <a:solidFill>
              <a:srgbClr val="B5121B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33" name="Oval 32">
            <a:extLst>
              <a:ext uri="{FF2B5EF4-FFF2-40B4-BE49-F238E27FC236}">
                <a16:creationId xmlns:a16="http://schemas.microsoft.com/office/drawing/2014/main" id="{D4203E99-8A84-CCFA-B0E0-418E1F36EB03}"/>
              </a:ext>
            </a:extLst>
          </p:cNvPr>
          <p:cNvSpPr/>
          <p:nvPr/>
        </p:nvSpPr>
        <p:spPr>
          <a:xfrm>
            <a:off x="4596962" y="1489472"/>
            <a:ext cx="108000" cy="109537"/>
          </a:xfrm>
          <a:prstGeom prst="ellipse">
            <a:avLst/>
          </a:prstGeom>
          <a:solidFill>
            <a:schemeClr val="bg1"/>
          </a:solidFill>
          <a:ln w="38100">
            <a:solidFill>
              <a:srgbClr val="B5121B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34" name="Oval 33">
            <a:extLst>
              <a:ext uri="{FF2B5EF4-FFF2-40B4-BE49-F238E27FC236}">
                <a16:creationId xmlns:a16="http://schemas.microsoft.com/office/drawing/2014/main" id="{1CBB637A-CF1C-9128-98BB-1E966BD34400}"/>
              </a:ext>
            </a:extLst>
          </p:cNvPr>
          <p:cNvSpPr/>
          <p:nvPr/>
        </p:nvSpPr>
        <p:spPr>
          <a:xfrm>
            <a:off x="4476584" y="1232024"/>
            <a:ext cx="108000" cy="109537"/>
          </a:xfrm>
          <a:prstGeom prst="ellipse">
            <a:avLst/>
          </a:prstGeom>
          <a:solidFill>
            <a:schemeClr val="bg1"/>
          </a:solidFill>
          <a:ln w="38100">
            <a:solidFill>
              <a:srgbClr val="B5121B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35" name="Oval 34">
            <a:extLst>
              <a:ext uri="{FF2B5EF4-FFF2-40B4-BE49-F238E27FC236}">
                <a16:creationId xmlns:a16="http://schemas.microsoft.com/office/drawing/2014/main" id="{7F81944F-DC17-B681-6DEB-D5F12DD6B5EA}"/>
              </a:ext>
            </a:extLst>
          </p:cNvPr>
          <p:cNvSpPr/>
          <p:nvPr/>
        </p:nvSpPr>
        <p:spPr>
          <a:xfrm>
            <a:off x="4148174" y="723898"/>
            <a:ext cx="108000" cy="109537"/>
          </a:xfrm>
          <a:prstGeom prst="ellipse">
            <a:avLst/>
          </a:prstGeom>
          <a:solidFill>
            <a:schemeClr val="bg1"/>
          </a:solidFill>
          <a:ln w="38100">
            <a:solidFill>
              <a:srgbClr val="B5121B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36" name="Oval 35">
            <a:extLst>
              <a:ext uri="{FF2B5EF4-FFF2-40B4-BE49-F238E27FC236}">
                <a16:creationId xmlns:a16="http://schemas.microsoft.com/office/drawing/2014/main" id="{CC47B7DF-5EB4-9C2F-4D97-7A8D34A5EB5B}"/>
              </a:ext>
            </a:extLst>
          </p:cNvPr>
          <p:cNvSpPr/>
          <p:nvPr/>
        </p:nvSpPr>
        <p:spPr>
          <a:xfrm>
            <a:off x="4008557" y="550666"/>
            <a:ext cx="108000" cy="109537"/>
          </a:xfrm>
          <a:prstGeom prst="ellipse">
            <a:avLst/>
          </a:prstGeom>
          <a:solidFill>
            <a:schemeClr val="bg1"/>
          </a:solidFill>
          <a:ln w="38100">
            <a:solidFill>
              <a:srgbClr val="B5121B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cxnSp>
        <p:nvCxnSpPr>
          <p:cNvPr id="43" name="Connector: Elbow 42">
            <a:extLst>
              <a:ext uri="{FF2B5EF4-FFF2-40B4-BE49-F238E27FC236}">
                <a16:creationId xmlns:a16="http://schemas.microsoft.com/office/drawing/2014/main" id="{218017BA-979A-9035-73E5-100137AAF262}"/>
              </a:ext>
            </a:extLst>
          </p:cNvPr>
          <p:cNvCxnSpPr>
            <a:cxnSpLocks/>
          </p:cNvCxnSpPr>
          <p:nvPr/>
        </p:nvCxnSpPr>
        <p:spPr>
          <a:xfrm rot="5400000">
            <a:off x="1770640" y="438144"/>
            <a:ext cx="518516" cy="216116"/>
          </a:xfrm>
          <a:prstGeom prst="bentConnector3">
            <a:avLst>
              <a:gd name="adj1" fmla="val 62858"/>
            </a:avLst>
          </a:prstGeom>
          <a:ln w="38100">
            <a:solidFill>
              <a:srgbClr val="B5121B"/>
            </a:solidFill>
            <a:round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5" name="Connector: Elbow 44">
            <a:extLst>
              <a:ext uri="{FF2B5EF4-FFF2-40B4-BE49-F238E27FC236}">
                <a16:creationId xmlns:a16="http://schemas.microsoft.com/office/drawing/2014/main" id="{1F92C0DB-DA37-6661-AA39-18022B14A003}"/>
              </a:ext>
            </a:extLst>
          </p:cNvPr>
          <p:cNvCxnSpPr>
            <a:cxnSpLocks/>
            <a:stCxn id="17" idx="2"/>
          </p:cNvCxnSpPr>
          <p:nvPr/>
        </p:nvCxnSpPr>
        <p:spPr>
          <a:xfrm rot="10800000" flipV="1">
            <a:off x="2133787" y="169063"/>
            <a:ext cx="672551" cy="120258"/>
          </a:xfrm>
          <a:prstGeom prst="bentConnector3">
            <a:avLst>
              <a:gd name="adj1" fmla="val 99215"/>
            </a:avLst>
          </a:prstGeom>
          <a:ln w="38100">
            <a:solidFill>
              <a:srgbClr val="B5121B"/>
            </a:solidFill>
            <a:round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1" name="Connector: Elbow 50">
            <a:extLst>
              <a:ext uri="{FF2B5EF4-FFF2-40B4-BE49-F238E27FC236}">
                <a16:creationId xmlns:a16="http://schemas.microsoft.com/office/drawing/2014/main" id="{27CCE285-1396-B33C-BC21-CF183764BA35}"/>
              </a:ext>
            </a:extLst>
          </p:cNvPr>
          <p:cNvCxnSpPr>
            <a:cxnSpLocks/>
            <a:stCxn id="18" idx="2"/>
          </p:cNvCxnSpPr>
          <p:nvPr/>
        </p:nvCxnSpPr>
        <p:spPr>
          <a:xfrm rot="10800000" flipV="1">
            <a:off x="2372337" y="389330"/>
            <a:ext cx="1195001" cy="367903"/>
          </a:xfrm>
          <a:prstGeom prst="bentConnector3">
            <a:avLst>
              <a:gd name="adj1" fmla="val 100415"/>
            </a:avLst>
          </a:prstGeom>
          <a:ln w="38100">
            <a:solidFill>
              <a:srgbClr val="B5121B"/>
            </a:solidFill>
            <a:round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6" name="Connector: Elbow 55">
            <a:extLst>
              <a:ext uri="{FF2B5EF4-FFF2-40B4-BE49-F238E27FC236}">
                <a16:creationId xmlns:a16="http://schemas.microsoft.com/office/drawing/2014/main" id="{65138785-9482-6B57-D618-6DBD9325C058}"/>
              </a:ext>
            </a:extLst>
          </p:cNvPr>
          <p:cNvCxnSpPr>
            <a:cxnSpLocks/>
            <a:stCxn id="36" idx="2"/>
          </p:cNvCxnSpPr>
          <p:nvPr/>
        </p:nvCxnSpPr>
        <p:spPr>
          <a:xfrm rot="10800000" flipV="1">
            <a:off x="2672607" y="605435"/>
            <a:ext cx="1335950" cy="453758"/>
          </a:xfrm>
          <a:prstGeom prst="bentConnector3">
            <a:avLst>
              <a:gd name="adj1" fmla="val 99017"/>
            </a:avLst>
          </a:prstGeom>
          <a:ln w="38100">
            <a:solidFill>
              <a:srgbClr val="B5121B"/>
            </a:solidFill>
            <a:round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0" name="Connector: Elbow 59">
            <a:extLst>
              <a:ext uri="{FF2B5EF4-FFF2-40B4-BE49-F238E27FC236}">
                <a16:creationId xmlns:a16="http://schemas.microsoft.com/office/drawing/2014/main" id="{690B9CC5-FC5F-B091-672C-3B16FD546822}"/>
              </a:ext>
            </a:extLst>
          </p:cNvPr>
          <p:cNvCxnSpPr>
            <a:cxnSpLocks/>
            <a:stCxn id="35" idx="4"/>
          </p:cNvCxnSpPr>
          <p:nvPr/>
        </p:nvCxnSpPr>
        <p:spPr>
          <a:xfrm rot="5400000">
            <a:off x="3821775" y="678794"/>
            <a:ext cx="225758" cy="535041"/>
          </a:xfrm>
          <a:prstGeom prst="bentConnector2">
            <a:avLst/>
          </a:prstGeom>
          <a:ln w="38100">
            <a:solidFill>
              <a:srgbClr val="B5121B"/>
            </a:solidFill>
            <a:round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7" name="Straight Connector 66">
            <a:extLst>
              <a:ext uri="{FF2B5EF4-FFF2-40B4-BE49-F238E27FC236}">
                <a16:creationId xmlns:a16="http://schemas.microsoft.com/office/drawing/2014/main" id="{BFD6B2A6-CA4C-5A9D-DB50-869911C0AB80}"/>
              </a:ext>
            </a:extLst>
          </p:cNvPr>
          <p:cNvCxnSpPr>
            <a:cxnSpLocks/>
          </p:cNvCxnSpPr>
          <p:nvPr/>
        </p:nvCxnSpPr>
        <p:spPr>
          <a:xfrm>
            <a:off x="3128230" y="379215"/>
            <a:ext cx="0" cy="226219"/>
          </a:xfrm>
          <a:prstGeom prst="line">
            <a:avLst/>
          </a:prstGeom>
          <a:ln w="38100">
            <a:solidFill>
              <a:srgbClr val="B5121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9" name="Straight Connector 68">
            <a:extLst>
              <a:ext uri="{FF2B5EF4-FFF2-40B4-BE49-F238E27FC236}">
                <a16:creationId xmlns:a16="http://schemas.microsoft.com/office/drawing/2014/main" id="{E403FECE-D110-87F3-CF41-7B2FABE7A712}"/>
              </a:ext>
            </a:extLst>
          </p:cNvPr>
          <p:cNvCxnSpPr>
            <a:cxnSpLocks/>
            <a:stCxn id="34" idx="2"/>
          </p:cNvCxnSpPr>
          <p:nvPr/>
        </p:nvCxnSpPr>
        <p:spPr>
          <a:xfrm flipH="1" flipV="1">
            <a:off x="3667133" y="1286792"/>
            <a:ext cx="809451" cy="1"/>
          </a:xfrm>
          <a:prstGeom prst="line">
            <a:avLst/>
          </a:prstGeom>
          <a:ln w="38100">
            <a:solidFill>
              <a:srgbClr val="B5121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2" name="Straight Connector 71">
            <a:extLst>
              <a:ext uri="{FF2B5EF4-FFF2-40B4-BE49-F238E27FC236}">
                <a16:creationId xmlns:a16="http://schemas.microsoft.com/office/drawing/2014/main" id="{13F68117-593B-91D6-8F62-328283083E2A}"/>
              </a:ext>
            </a:extLst>
          </p:cNvPr>
          <p:cNvCxnSpPr>
            <a:cxnSpLocks/>
            <a:stCxn id="33" idx="2"/>
          </p:cNvCxnSpPr>
          <p:nvPr/>
        </p:nvCxnSpPr>
        <p:spPr>
          <a:xfrm flipH="1">
            <a:off x="3667133" y="1544241"/>
            <a:ext cx="929829" cy="10711"/>
          </a:xfrm>
          <a:prstGeom prst="line">
            <a:avLst/>
          </a:prstGeom>
          <a:ln w="38100">
            <a:solidFill>
              <a:srgbClr val="B5121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5" name="Connector: Elbow 74">
            <a:extLst>
              <a:ext uri="{FF2B5EF4-FFF2-40B4-BE49-F238E27FC236}">
                <a16:creationId xmlns:a16="http://schemas.microsoft.com/office/drawing/2014/main" id="{C90F3A99-E6C8-20DC-000C-A489233C68CC}"/>
              </a:ext>
            </a:extLst>
          </p:cNvPr>
          <p:cNvCxnSpPr>
            <a:cxnSpLocks/>
            <a:stCxn id="32" idx="0"/>
          </p:cNvCxnSpPr>
          <p:nvPr/>
        </p:nvCxnSpPr>
        <p:spPr>
          <a:xfrm rot="16200000" flipV="1">
            <a:off x="4002022" y="1477516"/>
            <a:ext cx="314055" cy="983827"/>
          </a:xfrm>
          <a:prstGeom prst="bentConnector2">
            <a:avLst/>
          </a:prstGeom>
          <a:ln w="38100">
            <a:solidFill>
              <a:srgbClr val="B5121B"/>
            </a:solidFill>
            <a:round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8" name="Connector: Elbow 77">
            <a:extLst>
              <a:ext uri="{FF2B5EF4-FFF2-40B4-BE49-F238E27FC236}">
                <a16:creationId xmlns:a16="http://schemas.microsoft.com/office/drawing/2014/main" id="{CA303194-E363-33C5-648B-9FD88D1DFB53}"/>
              </a:ext>
            </a:extLst>
          </p:cNvPr>
          <p:cNvCxnSpPr>
            <a:cxnSpLocks/>
            <a:stCxn id="31" idx="0"/>
          </p:cNvCxnSpPr>
          <p:nvPr/>
        </p:nvCxnSpPr>
        <p:spPr>
          <a:xfrm rot="16200000" flipV="1">
            <a:off x="3829896" y="1878897"/>
            <a:ext cx="479168" cy="814209"/>
          </a:xfrm>
          <a:prstGeom prst="bentConnector2">
            <a:avLst/>
          </a:prstGeom>
          <a:ln w="38100">
            <a:solidFill>
              <a:srgbClr val="B5121B"/>
            </a:solidFill>
            <a:round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0" name="Connector: Elbow 79">
            <a:extLst>
              <a:ext uri="{FF2B5EF4-FFF2-40B4-BE49-F238E27FC236}">
                <a16:creationId xmlns:a16="http://schemas.microsoft.com/office/drawing/2014/main" id="{038CEF50-0101-0673-81EE-DF04A129F4A3}"/>
              </a:ext>
            </a:extLst>
          </p:cNvPr>
          <p:cNvCxnSpPr>
            <a:cxnSpLocks/>
            <a:stCxn id="30" idx="0"/>
          </p:cNvCxnSpPr>
          <p:nvPr/>
        </p:nvCxnSpPr>
        <p:spPr>
          <a:xfrm rot="16200000" flipV="1">
            <a:off x="3590958" y="2237298"/>
            <a:ext cx="226296" cy="996137"/>
          </a:xfrm>
          <a:prstGeom prst="bentConnector2">
            <a:avLst/>
          </a:prstGeom>
          <a:ln w="38100">
            <a:solidFill>
              <a:srgbClr val="B5121B"/>
            </a:solidFill>
            <a:round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3" name="Connector: Elbow 82">
            <a:extLst>
              <a:ext uri="{FF2B5EF4-FFF2-40B4-BE49-F238E27FC236}">
                <a16:creationId xmlns:a16="http://schemas.microsoft.com/office/drawing/2014/main" id="{0E146B72-1E45-27A5-279A-C365351871E0}"/>
              </a:ext>
            </a:extLst>
          </p:cNvPr>
          <p:cNvCxnSpPr>
            <a:cxnSpLocks/>
          </p:cNvCxnSpPr>
          <p:nvPr/>
        </p:nvCxnSpPr>
        <p:spPr>
          <a:xfrm rot="16200000" flipV="1">
            <a:off x="2657838" y="2041684"/>
            <a:ext cx="617669" cy="544328"/>
          </a:xfrm>
          <a:prstGeom prst="bentConnector3">
            <a:avLst>
              <a:gd name="adj1" fmla="val 267"/>
            </a:avLst>
          </a:prstGeom>
          <a:ln w="38100">
            <a:solidFill>
              <a:srgbClr val="B5121B"/>
            </a:solidFill>
            <a:round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9" name="Straight Connector 88">
            <a:extLst>
              <a:ext uri="{FF2B5EF4-FFF2-40B4-BE49-F238E27FC236}">
                <a16:creationId xmlns:a16="http://schemas.microsoft.com/office/drawing/2014/main" id="{95A0D3F0-35E6-F926-DA55-CFF8B0670F2D}"/>
              </a:ext>
            </a:extLst>
          </p:cNvPr>
          <p:cNvCxnSpPr>
            <a:cxnSpLocks/>
          </p:cNvCxnSpPr>
          <p:nvPr/>
        </p:nvCxnSpPr>
        <p:spPr>
          <a:xfrm flipH="1">
            <a:off x="2694508" y="2352676"/>
            <a:ext cx="1794013" cy="0"/>
          </a:xfrm>
          <a:prstGeom prst="line">
            <a:avLst/>
          </a:prstGeom>
          <a:ln w="38100">
            <a:solidFill>
              <a:srgbClr val="B5121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1" name="Connector: Elbow 90">
            <a:extLst>
              <a:ext uri="{FF2B5EF4-FFF2-40B4-BE49-F238E27FC236}">
                <a16:creationId xmlns:a16="http://schemas.microsoft.com/office/drawing/2014/main" id="{3AC84507-62E1-6CE6-5BF9-603A45298051}"/>
              </a:ext>
            </a:extLst>
          </p:cNvPr>
          <p:cNvCxnSpPr>
            <a:cxnSpLocks/>
          </p:cNvCxnSpPr>
          <p:nvPr/>
        </p:nvCxnSpPr>
        <p:spPr>
          <a:xfrm rot="10800000">
            <a:off x="2414590" y="2319414"/>
            <a:ext cx="925992" cy="573158"/>
          </a:xfrm>
          <a:prstGeom prst="bentConnector3">
            <a:avLst>
              <a:gd name="adj1" fmla="val 100403"/>
            </a:avLst>
          </a:prstGeom>
          <a:ln w="38100">
            <a:solidFill>
              <a:srgbClr val="B5121B"/>
            </a:solidFill>
            <a:round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5" name="Connector: Elbow 94">
            <a:extLst>
              <a:ext uri="{FF2B5EF4-FFF2-40B4-BE49-F238E27FC236}">
                <a16:creationId xmlns:a16="http://schemas.microsoft.com/office/drawing/2014/main" id="{C24A6E0A-64F7-750B-7A33-28BA23E40AB8}"/>
              </a:ext>
            </a:extLst>
          </p:cNvPr>
          <p:cNvCxnSpPr>
            <a:cxnSpLocks/>
          </p:cNvCxnSpPr>
          <p:nvPr/>
        </p:nvCxnSpPr>
        <p:spPr>
          <a:xfrm rot="10800000">
            <a:off x="2997669" y="2892574"/>
            <a:ext cx="931430" cy="175445"/>
          </a:xfrm>
          <a:prstGeom prst="bentConnector3">
            <a:avLst>
              <a:gd name="adj1" fmla="val 47699"/>
            </a:avLst>
          </a:prstGeom>
          <a:ln w="38100">
            <a:solidFill>
              <a:srgbClr val="B5121B"/>
            </a:solidFill>
            <a:round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9" name="Connector: Elbow 98">
            <a:extLst>
              <a:ext uri="{FF2B5EF4-FFF2-40B4-BE49-F238E27FC236}">
                <a16:creationId xmlns:a16="http://schemas.microsoft.com/office/drawing/2014/main" id="{B8640652-0985-D443-8425-A88CCC75F837}"/>
              </a:ext>
            </a:extLst>
          </p:cNvPr>
          <p:cNvCxnSpPr>
            <a:cxnSpLocks/>
            <a:endCxn id="28" idx="6"/>
          </p:cNvCxnSpPr>
          <p:nvPr/>
        </p:nvCxnSpPr>
        <p:spPr>
          <a:xfrm rot="10800000" flipV="1">
            <a:off x="3182231" y="2969190"/>
            <a:ext cx="301539" cy="237120"/>
          </a:xfrm>
          <a:prstGeom prst="bentConnector3">
            <a:avLst>
              <a:gd name="adj1" fmla="val -541"/>
            </a:avLst>
          </a:prstGeom>
          <a:ln w="38100">
            <a:solidFill>
              <a:srgbClr val="B5121B"/>
            </a:solidFill>
            <a:round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3" name="Connector: Elbow 102">
            <a:extLst>
              <a:ext uri="{FF2B5EF4-FFF2-40B4-BE49-F238E27FC236}">
                <a16:creationId xmlns:a16="http://schemas.microsoft.com/office/drawing/2014/main" id="{ABA4671E-5893-0018-5208-38B94A626D4A}"/>
              </a:ext>
            </a:extLst>
          </p:cNvPr>
          <p:cNvCxnSpPr>
            <a:cxnSpLocks/>
          </p:cNvCxnSpPr>
          <p:nvPr/>
        </p:nvCxnSpPr>
        <p:spPr>
          <a:xfrm rot="16200000" flipV="1">
            <a:off x="1901345" y="2559916"/>
            <a:ext cx="1124516" cy="624313"/>
          </a:xfrm>
          <a:prstGeom prst="bentConnector3">
            <a:avLst>
              <a:gd name="adj1" fmla="val 20354"/>
            </a:avLst>
          </a:prstGeom>
          <a:ln w="38100">
            <a:solidFill>
              <a:srgbClr val="B5121B"/>
            </a:solidFill>
            <a:round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7" name="Connector: Elbow 106">
            <a:extLst>
              <a:ext uri="{FF2B5EF4-FFF2-40B4-BE49-F238E27FC236}">
                <a16:creationId xmlns:a16="http://schemas.microsoft.com/office/drawing/2014/main" id="{9775C121-18E1-7C1E-8CF5-EAF5BAE85799}"/>
              </a:ext>
            </a:extLst>
          </p:cNvPr>
          <p:cNvCxnSpPr>
            <a:cxnSpLocks/>
            <a:stCxn id="27" idx="2"/>
          </p:cNvCxnSpPr>
          <p:nvPr/>
        </p:nvCxnSpPr>
        <p:spPr>
          <a:xfrm rot="10800000">
            <a:off x="2774602" y="3434332"/>
            <a:ext cx="299628" cy="127481"/>
          </a:xfrm>
          <a:prstGeom prst="bentConnector3">
            <a:avLst>
              <a:gd name="adj1" fmla="val 100068"/>
            </a:avLst>
          </a:prstGeom>
          <a:ln w="38100">
            <a:solidFill>
              <a:srgbClr val="B5121B"/>
            </a:solidFill>
            <a:round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1" name="Connector: Elbow 110">
            <a:extLst>
              <a:ext uri="{FF2B5EF4-FFF2-40B4-BE49-F238E27FC236}">
                <a16:creationId xmlns:a16="http://schemas.microsoft.com/office/drawing/2014/main" id="{570C1335-6448-AC5C-3E73-69E71679CCF1}"/>
              </a:ext>
            </a:extLst>
          </p:cNvPr>
          <p:cNvCxnSpPr>
            <a:cxnSpLocks/>
            <a:stCxn id="26" idx="0"/>
          </p:cNvCxnSpPr>
          <p:nvPr/>
        </p:nvCxnSpPr>
        <p:spPr>
          <a:xfrm rot="16200000" flipV="1">
            <a:off x="1480905" y="2545213"/>
            <a:ext cx="648628" cy="218835"/>
          </a:xfrm>
          <a:prstGeom prst="bentConnector3">
            <a:avLst>
              <a:gd name="adj1" fmla="val 82674"/>
            </a:avLst>
          </a:prstGeom>
          <a:ln w="38100">
            <a:solidFill>
              <a:srgbClr val="B5121B"/>
            </a:solidFill>
            <a:round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5" name="Connector: Elbow 114">
            <a:extLst>
              <a:ext uri="{FF2B5EF4-FFF2-40B4-BE49-F238E27FC236}">
                <a16:creationId xmlns:a16="http://schemas.microsoft.com/office/drawing/2014/main" id="{C90B7F07-BD30-CF61-3AE7-DAD772CD2DEE}"/>
              </a:ext>
            </a:extLst>
          </p:cNvPr>
          <p:cNvCxnSpPr>
            <a:cxnSpLocks/>
            <a:stCxn id="25" idx="0"/>
          </p:cNvCxnSpPr>
          <p:nvPr/>
        </p:nvCxnSpPr>
        <p:spPr>
          <a:xfrm rot="16200000" flipV="1">
            <a:off x="1347975" y="2442936"/>
            <a:ext cx="474332" cy="227290"/>
          </a:xfrm>
          <a:prstGeom prst="bentConnector3">
            <a:avLst>
              <a:gd name="adj1" fmla="val 45482"/>
            </a:avLst>
          </a:prstGeom>
          <a:ln w="38100">
            <a:solidFill>
              <a:srgbClr val="B5121B"/>
            </a:solidFill>
            <a:round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9" name="Connector: Elbow 118">
            <a:extLst>
              <a:ext uri="{FF2B5EF4-FFF2-40B4-BE49-F238E27FC236}">
                <a16:creationId xmlns:a16="http://schemas.microsoft.com/office/drawing/2014/main" id="{E30B2111-6345-B155-2370-76BB0ACFF0D9}"/>
              </a:ext>
            </a:extLst>
          </p:cNvPr>
          <p:cNvCxnSpPr>
            <a:cxnSpLocks/>
            <a:stCxn id="23" idx="2"/>
          </p:cNvCxnSpPr>
          <p:nvPr/>
        </p:nvCxnSpPr>
        <p:spPr>
          <a:xfrm rot="10800000" flipH="1">
            <a:off x="662147" y="2043105"/>
            <a:ext cx="364169" cy="309572"/>
          </a:xfrm>
          <a:prstGeom prst="bentConnector3">
            <a:avLst>
              <a:gd name="adj1" fmla="val 62119"/>
            </a:avLst>
          </a:prstGeom>
          <a:ln w="38100">
            <a:solidFill>
              <a:srgbClr val="B5121B"/>
            </a:solidFill>
            <a:round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0" name="Straight Connector 119">
            <a:extLst>
              <a:ext uri="{FF2B5EF4-FFF2-40B4-BE49-F238E27FC236}">
                <a16:creationId xmlns:a16="http://schemas.microsoft.com/office/drawing/2014/main" id="{FD2EB20B-915E-3571-CE6D-40F45B533FEF}"/>
              </a:ext>
            </a:extLst>
          </p:cNvPr>
          <p:cNvCxnSpPr>
            <a:cxnSpLocks/>
            <a:stCxn id="24" idx="0"/>
          </p:cNvCxnSpPr>
          <p:nvPr/>
        </p:nvCxnSpPr>
        <p:spPr>
          <a:xfrm flipH="1" flipV="1">
            <a:off x="1243806" y="2309813"/>
            <a:ext cx="0" cy="215774"/>
          </a:xfrm>
          <a:prstGeom prst="line">
            <a:avLst/>
          </a:prstGeom>
          <a:ln w="38100">
            <a:solidFill>
              <a:srgbClr val="B5121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Oval 22">
            <a:extLst>
              <a:ext uri="{FF2B5EF4-FFF2-40B4-BE49-F238E27FC236}">
                <a16:creationId xmlns:a16="http://schemas.microsoft.com/office/drawing/2014/main" id="{43532EF0-7700-535B-5D73-6186C97E0291}"/>
              </a:ext>
            </a:extLst>
          </p:cNvPr>
          <p:cNvSpPr/>
          <p:nvPr/>
        </p:nvSpPr>
        <p:spPr>
          <a:xfrm>
            <a:off x="662148" y="2297908"/>
            <a:ext cx="108000" cy="109537"/>
          </a:xfrm>
          <a:prstGeom prst="ellipse">
            <a:avLst/>
          </a:prstGeom>
          <a:solidFill>
            <a:schemeClr val="bg1"/>
          </a:solidFill>
          <a:ln w="38100">
            <a:solidFill>
              <a:srgbClr val="B5121B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cxnSp>
        <p:nvCxnSpPr>
          <p:cNvPr id="132" name="Connector: Elbow 131">
            <a:extLst>
              <a:ext uri="{FF2B5EF4-FFF2-40B4-BE49-F238E27FC236}">
                <a16:creationId xmlns:a16="http://schemas.microsoft.com/office/drawing/2014/main" id="{C034A04A-E420-17A5-201E-93471126C30C}"/>
              </a:ext>
            </a:extLst>
          </p:cNvPr>
          <p:cNvCxnSpPr>
            <a:cxnSpLocks/>
            <a:stCxn id="22" idx="0"/>
          </p:cNvCxnSpPr>
          <p:nvPr/>
        </p:nvCxnSpPr>
        <p:spPr>
          <a:xfrm rot="5400000" flipH="1" flipV="1">
            <a:off x="539133" y="1722695"/>
            <a:ext cx="433217" cy="541149"/>
          </a:xfrm>
          <a:prstGeom prst="bentConnector2">
            <a:avLst/>
          </a:prstGeom>
          <a:ln w="38100">
            <a:solidFill>
              <a:srgbClr val="B5121B"/>
            </a:solidFill>
            <a:round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5" name="Connector: Elbow 134">
            <a:extLst>
              <a:ext uri="{FF2B5EF4-FFF2-40B4-BE49-F238E27FC236}">
                <a16:creationId xmlns:a16="http://schemas.microsoft.com/office/drawing/2014/main" id="{36DA4AD6-16AC-D6E2-0D25-1300A1BBA4EB}"/>
              </a:ext>
            </a:extLst>
          </p:cNvPr>
          <p:cNvCxnSpPr>
            <a:cxnSpLocks/>
            <a:stCxn id="21" idx="0"/>
          </p:cNvCxnSpPr>
          <p:nvPr/>
        </p:nvCxnSpPr>
        <p:spPr>
          <a:xfrm rot="5400000" flipH="1" flipV="1">
            <a:off x="383330" y="1357254"/>
            <a:ext cx="456002" cy="806164"/>
          </a:xfrm>
          <a:prstGeom prst="bentConnector2">
            <a:avLst/>
          </a:prstGeom>
          <a:ln w="38100">
            <a:solidFill>
              <a:srgbClr val="B5121B"/>
            </a:solidFill>
            <a:round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9" name="Straight Connector 138">
            <a:extLst>
              <a:ext uri="{FF2B5EF4-FFF2-40B4-BE49-F238E27FC236}">
                <a16:creationId xmlns:a16="http://schemas.microsoft.com/office/drawing/2014/main" id="{6D421C87-FF31-31AF-4907-09C6689CA437}"/>
              </a:ext>
            </a:extLst>
          </p:cNvPr>
          <p:cNvCxnSpPr>
            <a:cxnSpLocks/>
            <a:endCxn id="20" idx="6"/>
          </p:cNvCxnSpPr>
          <p:nvPr/>
        </p:nvCxnSpPr>
        <p:spPr>
          <a:xfrm flipH="1">
            <a:off x="313868" y="1278727"/>
            <a:ext cx="712448" cy="0"/>
          </a:xfrm>
          <a:prstGeom prst="line">
            <a:avLst/>
          </a:prstGeom>
          <a:ln w="38100">
            <a:solidFill>
              <a:srgbClr val="B5121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2" name="Connector: Elbow 141">
            <a:extLst>
              <a:ext uri="{FF2B5EF4-FFF2-40B4-BE49-F238E27FC236}">
                <a16:creationId xmlns:a16="http://schemas.microsoft.com/office/drawing/2014/main" id="{25F0E67F-92ED-577A-8FFD-43A8320B30EA}"/>
              </a:ext>
            </a:extLst>
          </p:cNvPr>
          <p:cNvCxnSpPr>
            <a:cxnSpLocks/>
            <a:stCxn id="19" idx="4"/>
          </p:cNvCxnSpPr>
          <p:nvPr/>
        </p:nvCxnSpPr>
        <p:spPr>
          <a:xfrm rot="16200000" flipH="1">
            <a:off x="685289" y="733858"/>
            <a:ext cx="167164" cy="475856"/>
          </a:xfrm>
          <a:prstGeom prst="bentConnector2">
            <a:avLst/>
          </a:prstGeom>
          <a:ln w="38100">
            <a:solidFill>
              <a:srgbClr val="B5121B"/>
            </a:solidFill>
            <a:round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9" name="Straight Connector 148">
            <a:extLst>
              <a:ext uri="{FF2B5EF4-FFF2-40B4-BE49-F238E27FC236}">
                <a16:creationId xmlns:a16="http://schemas.microsoft.com/office/drawing/2014/main" id="{A1113EAE-632F-D17C-0687-72B06856B34C}"/>
              </a:ext>
            </a:extLst>
          </p:cNvPr>
          <p:cNvCxnSpPr>
            <a:cxnSpLocks/>
            <a:stCxn id="148" idx="0"/>
          </p:cNvCxnSpPr>
          <p:nvPr/>
        </p:nvCxnSpPr>
        <p:spPr>
          <a:xfrm flipH="1">
            <a:off x="2574131" y="869296"/>
            <a:ext cx="903914" cy="215195"/>
          </a:xfrm>
          <a:prstGeom prst="line">
            <a:avLst/>
          </a:prstGeom>
          <a:ln w="57150">
            <a:solidFill>
              <a:srgbClr val="B5121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2" name="Straight Connector 151">
            <a:extLst>
              <a:ext uri="{FF2B5EF4-FFF2-40B4-BE49-F238E27FC236}">
                <a16:creationId xmlns:a16="http://schemas.microsoft.com/office/drawing/2014/main" id="{8F3ED0F0-3643-385E-A9FE-C0F008365A54}"/>
              </a:ext>
            </a:extLst>
          </p:cNvPr>
          <p:cNvCxnSpPr>
            <a:cxnSpLocks/>
          </p:cNvCxnSpPr>
          <p:nvPr/>
        </p:nvCxnSpPr>
        <p:spPr>
          <a:xfrm flipH="1" flipV="1">
            <a:off x="2574131" y="1993269"/>
            <a:ext cx="909639" cy="187956"/>
          </a:xfrm>
          <a:prstGeom prst="line">
            <a:avLst/>
          </a:prstGeom>
          <a:ln w="57150">
            <a:solidFill>
              <a:srgbClr val="B5121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8" name="Arc 147">
            <a:extLst>
              <a:ext uri="{FF2B5EF4-FFF2-40B4-BE49-F238E27FC236}">
                <a16:creationId xmlns:a16="http://schemas.microsoft.com/office/drawing/2014/main" id="{89091615-7FCB-2971-A839-8F8275CACB54}"/>
              </a:ext>
            </a:extLst>
          </p:cNvPr>
          <p:cNvSpPr/>
          <p:nvPr/>
        </p:nvSpPr>
        <p:spPr>
          <a:xfrm>
            <a:off x="3360047" y="865379"/>
            <a:ext cx="306658" cy="291086"/>
          </a:xfrm>
          <a:prstGeom prst="arc">
            <a:avLst>
              <a:gd name="adj1" fmla="val 15359549"/>
              <a:gd name="adj2" fmla="val 0"/>
            </a:avLst>
          </a:prstGeom>
          <a:ln w="57150">
            <a:solidFill>
              <a:srgbClr val="B5121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cxnSp>
        <p:nvCxnSpPr>
          <p:cNvPr id="156" name="Straight Connector 155">
            <a:extLst>
              <a:ext uri="{FF2B5EF4-FFF2-40B4-BE49-F238E27FC236}">
                <a16:creationId xmlns:a16="http://schemas.microsoft.com/office/drawing/2014/main" id="{6B9CC5E4-2CA5-56CD-1876-3BF74D3016FD}"/>
              </a:ext>
            </a:extLst>
          </p:cNvPr>
          <p:cNvCxnSpPr>
            <a:cxnSpLocks/>
          </p:cNvCxnSpPr>
          <p:nvPr/>
        </p:nvCxnSpPr>
        <p:spPr>
          <a:xfrm>
            <a:off x="3666705" y="1010922"/>
            <a:ext cx="0" cy="1038951"/>
          </a:xfrm>
          <a:prstGeom prst="line">
            <a:avLst/>
          </a:prstGeom>
          <a:ln w="57150">
            <a:solidFill>
              <a:srgbClr val="B5121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9" name="Arc 158">
            <a:extLst>
              <a:ext uri="{FF2B5EF4-FFF2-40B4-BE49-F238E27FC236}">
                <a16:creationId xmlns:a16="http://schemas.microsoft.com/office/drawing/2014/main" id="{69111F97-EC08-1B0C-4AAE-A5DA37B1EB69}"/>
              </a:ext>
            </a:extLst>
          </p:cNvPr>
          <p:cNvSpPr/>
          <p:nvPr/>
        </p:nvSpPr>
        <p:spPr>
          <a:xfrm flipV="1">
            <a:off x="3360047" y="1891637"/>
            <a:ext cx="306658" cy="291086"/>
          </a:xfrm>
          <a:prstGeom prst="arc">
            <a:avLst>
              <a:gd name="adj1" fmla="val 15359549"/>
              <a:gd name="adj2" fmla="val 0"/>
            </a:avLst>
          </a:prstGeom>
          <a:noFill/>
          <a:ln w="57150">
            <a:solidFill>
              <a:srgbClr val="B5121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12636556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 Them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64</TotalTime>
  <Words>2</Words>
  <Application>Microsoft Office PowerPoint</Application>
  <PresentationFormat>Custom</PresentationFormat>
  <Paragraphs>2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6" baseType="lpstr">
      <vt:lpstr>Aptos</vt:lpstr>
      <vt:lpstr>Aptos Display</vt:lpstr>
      <vt:lpstr>Arial</vt:lpstr>
      <vt:lpstr>Source Sans Pro SemiBold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Williams, Bryan</dc:creator>
  <cp:lastModifiedBy>Williams, Bryan</cp:lastModifiedBy>
  <cp:revision>1</cp:revision>
  <dcterms:created xsi:type="dcterms:W3CDTF">2025-11-05T09:31:58Z</dcterms:created>
  <dcterms:modified xsi:type="dcterms:W3CDTF">2025-11-05T10:47:40Z</dcterms:modified>
</cp:coreProperties>
</file>