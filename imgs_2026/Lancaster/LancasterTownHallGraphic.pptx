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2519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56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s, Bryan" userId="6f402815-f940-461c-8e6c-77be8efeb72b" providerId="ADAL" clId="{69E14B03-858D-4744-810D-5D4859937A91}"/>
    <pc:docChg chg="modSld">
      <pc:chgData name="Williams, Bryan" userId="6f402815-f940-461c-8e6c-77be8efeb72b" providerId="ADAL" clId="{69E14B03-858D-4744-810D-5D4859937A91}" dt="2025-11-13T09:45:56.196" v="2" actId="167"/>
      <pc:docMkLst>
        <pc:docMk/>
      </pc:docMkLst>
      <pc:sldChg chg="modSp mod">
        <pc:chgData name="Williams, Bryan" userId="6f402815-f940-461c-8e6c-77be8efeb72b" providerId="ADAL" clId="{69E14B03-858D-4744-810D-5D4859937A91}" dt="2025-11-13T09:45:56.196" v="2" actId="167"/>
        <pc:sldMkLst>
          <pc:docMk/>
          <pc:sldMk cId="265998749" sldId="256"/>
        </pc:sldMkLst>
        <pc:spChg chg="mod">
          <ac:chgData name="Williams, Bryan" userId="6f402815-f940-461c-8e6c-77be8efeb72b" providerId="ADAL" clId="{69E14B03-858D-4744-810D-5D4859937A91}" dt="2025-11-13T09:45:21.882" v="0" actId="2085"/>
          <ac:spMkLst>
            <pc:docMk/>
            <pc:sldMk cId="265998749" sldId="256"/>
            <ac:spMk id="112" creationId="{7CA979AA-FF4E-CF62-F05C-B7827F6681E2}"/>
          </ac:spMkLst>
        </pc:spChg>
        <pc:spChg chg="ord">
          <ac:chgData name="Williams, Bryan" userId="6f402815-f940-461c-8e6c-77be8efeb72b" providerId="ADAL" clId="{69E14B03-858D-4744-810D-5D4859937A91}" dt="2025-11-13T09:45:53.691" v="1" actId="167"/>
          <ac:spMkLst>
            <pc:docMk/>
            <pc:sldMk cId="265998749" sldId="256"/>
            <ac:spMk id="113" creationId="{A9CF8F50-0CA1-E182-C7EB-1F820372A177}"/>
          </ac:spMkLst>
        </pc:spChg>
        <pc:spChg chg="ord">
          <ac:chgData name="Williams, Bryan" userId="6f402815-f940-461c-8e6c-77be8efeb72b" providerId="ADAL" clId="{69E14B03-858D-4744-810D-5D4859937A91}" dt="2025-11-13T09:45:56.196" v="2" actId="167"/>
          <ac:spMkLst>
            <pc:docMk/>
            <pc:sldMk cId="265998749" sldId="256"/>
            <ac:spMk id="120" creationId="{3289AD91-7AE6-DEEA-783D-680CDCD6A0B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3896" y="1122363"/>
            <a:ext cx="786415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6494" y="3602038"/>
            <a:ext cx="6938963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066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432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53" y="1709740"/>
            <a:ext cx="797980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1253" y="4589465"/>
            <a:ext cx="797980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589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6071" y="1825625"/>
            <a:ext cx="393207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3800" y="1825625"/>
            <a:ext cx="3932079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047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277" y="365127"/>
            <a:ext cx="797980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7278" y="1681163"/>
            <a:ext cx="391400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278" y="2505075"/>
            <a:ext cx="39140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83800" y="1681163"/>
            <a:ext cx="393328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83800" y="2505075"/>
            <a:ext cx="39332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6732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422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87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276" y="457200"/>
            <a:ext cx="298399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3284" y="987427"/>
            <a:ext cx="46838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7276" y="2057400"/>
            <a:ext cx="298399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383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7276" y="457200"/>
            <a:ext cx="298399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933284" y="987427"/>
            <a:ext cx="46838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7276" y="2057400"/>
            <a:ext cx="298399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747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362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0927" y="365125"/>
            <a:ext cx="1994952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36072" y="365125"/>
            <a:ext cx="5869206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4174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36072" y="365127"/>
            <a:ext cx="797980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6072" y="1825625"/>
            <a:ext cx="797980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071" y="6356352"/>
            <a:ext cx="2081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EF777-DCD8-4EF1-AEF7-43814EA5B5C7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64709" y="6356352"/>
            <a:ext cx="31225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34190" y="6356352"/>
            <a:ext cx="20816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612F30-4534-4D78-8253-0C434DC583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4477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19">
            <a:extLst>
              <a:ext uri="{FF2B5EF4-FFF2-40B4-BE49-F238E27FC236}">
                <a16:creationId xmlns:a16="http://schemas.microsoft.com/office/drawing/2014/main" id="{3289AD91-7AE6-DEEA-783D-680CDCD6A0B1}"/>
              </a:ext>
            </a:extLst>
          </p:cNvPr>
          <p:cNvSpPr/>
          <p:nvPr/>
        </p:nvSpPr>
        <p:spPr>
          <a:xfrm>
            <a:off x="6753950" y="3019426"/>
            <a:ext cx="1889110" cy="300513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A9CF8F50-0CA1-E182-C7EB-1F820372A177}"/>
              </a:ext>
            </a:extLst>
          </p:cNvPr>
          <p:cNvSpPr/>
          <p:nvPr/>
        </p:nvSpPr>
        <p:spPr>
          <a:xfrm>
            <a:off x="610453" y="3019426"/>
            <a:ext cx="1889110" cy="3078956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6FB9C7E-0C29-B9F7-89FA-3D0C6E5ECEF4}"/>
              </a:ext>
            </a:extLst>
          </p:cNvPr>
          <p:cNvSpPr/>
          <p:nvPr/>
        </p:nvSpPr>
        <p:spPr>
          <a:xfrm>
            <a:off x="5951946" y="3391433"/>
            <a:ext cx="549548" cy="1920857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DE5F5C1-24E5-3EBC-AC2C-F8B7F3333894}"/>
              </a:ext>
            </a:extLst>
          </p:cNvPr>
          <p:cNvSpPr/>
          <p:nvPr/>
        </p:nvSpPr>
        <p:spPr>
          <a:xfrm>
            <a:off x="5151539" y="3391433"/>
            <a:ext cx="549548" cy="1920857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FADB61E-1AA6-CC0B-18E8-4536F8DF53C4}"/>
              </a:ext>
            </a:extLst>
          </p:cNvPr>
          <p:cNvSpPr/>
          <p:nvPr/>
        </p:nvSpPr>
        <p:spPr>
          <a:xfrm>
            <a:off x="3550727" y="3391433"/>
            <a:ext cx="549548" cy="1920857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FF52C0E9-E2B6-0A96-B3EC-553F430D8333}"/>
              </a:ext>
            </a:extLst>
          </p:cNvPr>
          <p:cNvSpPr/>
          <p:nvPr/>
        </p:nvSpPr>
        <p:spPr>
          <a:xfrm>
            <a:off x="6770610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6514C0C5-CE10-64E8-B086-0AA80BF7006B}"/>
              </a:ext>
            </a:extLst>
          </p:cNvPr>
          <p:cNvSpPr/>
          <p:nvPr/>
        </p:nvSpPr>
        <p:spPr>
          <a:xfrm>
            <a:off x="6876322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C98E6FF6-AFE1-C352-0C25-39032DFAC182}"/>
              </a:ext>
            </a:extLst>
          </p:cNvPr>
          <p:cNvSpPr/>
          <p:nvPr/>
        </p:nvSpPr>
        <p:spPr>
          <a:xfrm>
            <a:off x="6982034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1FEF48CC-4F45-17D4-AE87-5373B7D2629B}"/>
              </a:ext>
            </a:extLst>
          </p:cNvPr>
          <p:cNvSpPr/>
          <p:nvPr/>
        </p:nvSpPr>
        <p:spPr>
          <a:xfrm>
            <a:off x="7087746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418DA448-BEFA-D09B-DBEE-0665A9B61D64}"/>
              </a:ext>
            </a:extLst>
          </p:cNvPr>
          <p:cNvSpPr/>
          <p:nvPr/>
        </p:nvSpPr>
        <p:spPr>
          <a:xfrm>
            <a:off x="7193458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A44BAAD2-0880-2B4F-2CCD-2344788B691B}"/>
              </a:ext>
            </a:extLst>
          </p:cNvPr>
          <p:cNvSpPr/>
          <p:nvPr/>
        </p:nvSpPr>
        <p:spPr>
          <a:xfrm>
            <a:off x="7299170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6145CE-0D3B-0B47-09FF-7126E602C01B}"/>
              </a:ext>
            </a:extLst>
          </p:cNvPr>
          <p:cNvSpPr/>
          <p:nvPr/>
        </p:nvSpPr>
        <p:spPr>
          <a:xfrm>
            <a:off x="7404882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FCD59B9C-8E0D-5D09-8190-0A9807A01A7F}"/>
              </a:ext>
            </a:extLst>
          </p:cNvPr>
          <p:cNvSpPr/>
          <p:nvPr/>
        </p:nvSpPr>
        <p:spPr>
          <a:xfrm>
            <a:off x="7510594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495BFE0C-FC6D-5AF2-00EB-DFBCB944FF50}"/>
              </a:ext>
            </a:extLst>
          </p:cNvPr>
          <p:cNvSpPr/>
          <p:nvPr/>
        </p:nvSpPr>
        <p:spPr>
          <a:xfrm>
            <a:off x="7616306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CB74CDD1-8C6C-F234-776D-D726DB5DD9B3}"/>
              </a:ext>
            </a:extLst>
          </p:cNvPr>
          <p:cNvSpPr/>
          <p:nvPr/>
        </p:nvSpPr>
        <p:spPr>
          <a:xfrm>
            <a:off x="7722018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EF8D198-016E-DD7A-69BC-3BE01E679F43}"/>
              </a:ext>
            </a:extLst>
          </p:cNvPr>
          <p:cNvSpPr/>
          <p:nvPr/>
        </p:nvSpPr>
        <p:spPr>
          <a:xfrm>
            <a:off x="7827730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D2492754-E6EE-F9ED-E6FE-36B404C8B4BB}"/>
              </a:ext>
            </a:extLst>
          </p:cNvPr>
          <p:cNvSpPr/>
          <p:nvPr/>
        </p:nvSpPr>
        <p:spPr>
          <a:xfrm>
            <a:off x="7933442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41BC9D18-7486-7DC0-A415-52546F059BEA}"/>
              </a:ext>
            </a:extLst>
          </p:cNvPr>
          <p:cNvSpPr/>
          <p:nvPr/>
        </p:nvSpPr>
        <p:spPr>
          <a:xfrm>
            <a:off x="8039154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DABD1E22-72BC-8AFA-248A-F0D8F876DA80}"/>
              </a:ext>
            </a:extLst>
          </p:cNvPr>
          <p:cNvSpPr/>
          <p:nvPr/>
        </p:nvSpPr>
        <p:spPr>
          <a:xfrm>
            <a:off x="8144866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F0FD4774-F43C-26B7-1E53-2B3A3A2910CB}"/>
              </a:ext>
            </a:extLst>
          </p:cNvPr>
          <p:cNvSpPr/>
          <p:nvPr/>
        </p:nvSpPr>
        <p:spPr>
          <a:xfrm>
            <a:off x="8250578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6DDF8817-E016-BC24-6792-CEA3830BA6DE}"/>
              </a:ext>
            </a:extLst>
          </p:cNvPr>
          <p:cNvSpPr/>
          <p:nvPr/>
        </p:nvSpPr>
        <p:spPr>
          <a:xfrm>
            <a:off x="8356290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A9C684E0-7463-ED05-683B-30703E696310}"/>
              </a:ext>
            </a:extLst>
          </p:cNvPr>
          <p:cNvSpPr/>
          <p:nvPr/>
        </p:nvSpPr>
        <p:spPr>
          <a:xfrm>
            <a:off x="8462002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5B142FE5-09DD-EB5D-5578-790F68EFD849}"/>
              </a:ext>
            </a:extLst>
          </p:cNvPr>
          <p:cNvSpPr/>
          <p:nvPr/>
        </p:nvSpPr>
        <p:spPr>
          <a:xfrm>
            <a:off x="8567712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77C819F-9868-4559-0882-6D793C538F58}"/>
              </a:ext>
            </a:extLst>
          </p:cNvPr>
          <p:cNvSpPr/>
          <p:nvPr/>
        </p:nvSpPr>
        <p:spPr>
          <a:xfrm>
            <a:off x="638711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D0CDF40D-4D43-69EF-D00E-7B9B92ED46E6}"/>
              </a:ext>
            </a:extLst>
          </p:cNvPr>
          <p:cNvSpPr/>
          <p:nvPr/>
        </p:nvSpPr>
        <p:spPr>
          <a:xfrm>
            <a:off x="744423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CA46266B-8BD0-6D68-EEC5-616D2F43B873}"/>
              </a:ext>
            </a:extLst>
          </p:cNvPr>
          <p:cNvSpPr/>
          <p:nvPr/>
        </p:nvSpPr>
        <p:spPr>
          <a:xfrm>
            <a:off x="850135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E05155FD-4DB5-7388-84CD-A6921ACC39B3}"/>
              </a:ext>
            </a:extLst>
          </p:cNvPr>
          <p:cNvSpPr/>
          <p:nvPr/>
        </p:nvSpPr>
        <p:spPr>
          <a:xfrm>
            <a:off x="955847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F2B2493-13AC-929B-F9D9-176FAB78DB01}"/>
              </a:ext>
            </a:extLst>
          </p:cNvPr>
          <p:cNvSpPr/>
          <p:nvPr/>
        </p:nvSpPr>
        <p:spPr>
          <a:xfrm>
            <a:off x="1061559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062B50BE-4916-4B0C-1FEB-E2538BFC10ED}"/>
              </a:ext>
            </a:extLst>
          </p:cNvPr>
          <p:cNvSpPr/>
          <p:nvPr/>
        </p:nvSpPr>
        <p:spPr>
          <a:xfrm>
            <a:off x="1167271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BC5834E7-0488-574F-6B38-0425AB4922BD}"/>
              </a:ext>
            </a:extLst>
          </p:cNvPr>
          <p:cNvSpPr/>
          <p:nvPr/>
        </p:nvSpPr>
        <p:spPr>
          <a:xfrm>
            <a:off x="1272983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C7826A72-E210-18CF-4815-F3D793D08761}"/>
              </a:ext>
            </a:extLst>
          </p:cNvPr>
          <p:cNvSpPr/>
          <p:nvPr/>
        </p:nvSpPr>
        <p:spPr>
          <a:xfrm>
            <a:off x="1378695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2BA74737-A0A1-4E5A-FF80-AAF87BB9D644}"/>
              </a:ext>
            </a:extLst>
          </p:cNvPr>
          <p:cNvSpPr/>
          <p:nvPr/>
        </p:nvSpPr>
        <p:spPr>
          <a:xfrm>
            <a:off x="1484407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7DBBCAB7-E5C6-FB5C-9D34-DA315BDBB238}"/>
              </a:ext>
            </a:extLst>
          </p:cNvPr>
          <p:cNvSpPr/>
          <p:nvPr/>
        </p:nvSpPr>
        <p:spPr>
          <a:xfrm>
            <a:off x="1590119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FE2CFAB9-74AC-85F5-9E80-0523130752E8}"/>
              </a:ext>
            </a:extLst>
          </p:cNvPr>
          <p:cNvSpPr/>
          <p:nvPr/>
        </p:nvSpPr>
        <p:spPr>
          <a:xfrm>
            <a:off x="1695831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BD40C9AE-E03D-704A-05AB-FF557CCC4B73}"/>
              </a:ext>
            </a:extLst>
          </p:cNvPr>
          <p:cNvSpPr/>
          <p:nvPr/>
        </p:nvSpPr>
        <p:spPr>
          <a:xfrm>
            <a:off x="1801543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67D52493-15CB-4941-E10C-9D2B7031EC27}"/>
              </a:ext>
            </a:extLst>
          </p:cNvPr>
          <p:cNvSpPr/>
          <p:nvPr/>
        </p:nvSpPr>
        <p:spPr>
          <a:xfrm>
            <a:off x="1907255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489AF2D4-6BD5-503C-01CB-FC2C45A22BCF}"/>
              </a:ext>
            </a:extLst>
          </p:cNvPr>
          <p:cNvSpPr/>
          <p:nvPr/>
        </p:nvSpPr>
        <p:spPr>
          <a:xfrm>
            <a:off x="2012967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5C222606-B574-8A4B-51C1-3065A5A6B490}"/>
              </a:ext>
            </a:extLst>
          </p:cNvPr>
          <p:cNvSpPr/>
          <p:nvPr/>
        </p:nvSpPr>
        <p:spPr>
          <a:xfrm>
            <a:off x="2118679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1DDADEC-C756-E5A6-270B-006519674480}"/>
              </a:ext>
            </a:extLst>
          </p:cNvPr>
          <p:cNvSpPr/>
          <p:nvPr/>
        </p:nvSpPr>
        <p:spPr>
          <a:xfrm>
            <a:off x="2224391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1" name="Rectangle 150">
            <a:extLst>
              <a:ext uri="{FF2B5EF4-FFF2-40B4-BE49-F238E27FC236}">
                <a16:creationId xmlns:a16="http://schemas.microsoft.com/office/drawing/2014/main" id="{02DC00F9-998A-2F88-7176-4C5F0DB9649E}"/>
              </a:ext>
            </a:extLst>
          </p:cNvPr>
          <p:cNvSpPr/>
          <p:nvPr/>
        </p:nvSpPr>
        <p:spPr>
          <a:xfrm>
            <a:off x="2330103" y="2688099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E659EFAB-56B8-2DF3-03AE-3D8DE4FE39AF}"/>
              </a:ext>
            </a:extLst>
          </p:cNvPr>
          <p:cNvSpPr/>
          <p:nvPr/>
        </p:nvSpPr>
        <p:spPr>
          <a:xfrm>
            <a:off x="2435813" y="2688098"/>
            <a:ext cx="47089" cy="157060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2" name="Trapezoid 121">
            <a:extLst>
              <a:ext uri="{FF2B5EF4-FFF2-40B4-BE49-F238E27FC236}">
                <a16:creationId xmlns:a16="http://schemas.microsoft.com/office/drawing/2014/main" id="{7E6ADF55-2D1E-4016-175A-02F98DA2D6D6}"/>
              </a:ext>
            </a:extLst>
          </p:cNvPr>
          <p:cNvSpPr/>
          <p:nvPr/>
        </p:nvSpPr>
        <p:spPr>
          <a:xfrm flipV="1">
            <a:off x="438151" y="2870742"/>
            <a:ext cx="1745456" cy="148677"/>
          </a:xfrm>
          <a:prstGeom prst="trapezoid">
            <a:avLst>
              <a:gd name="adj" fmla="val 69845"/>
            </a:avLst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Trapezoid 122">
            <a:extLst>
              <a:ext uri="{FF2B5EF4-FFF2-40B4-BE49-F238E27FC236}">
                <a16:creationId xmlns:a16="http://schemas.microsoft.com/office/drawing/2014/main" id="{CA70AA98-FE5A-01D4-5AC1-1CF0222DE64F}"/>
              </a:ext>
            </a:extLst>
          </p:cNvPr>
          <p:cNvSpPr/>
          <p:nvPr/>
        </p:nvSpPr>
        <p:spPr>
          <a:xfrm flipH="1" flipV="1">
            <a:off x="7070436" y="2870741"/>
            <a:ext cx="1745456" cy="148677"/>
          </a:xfrm>
          <a:prstGeom prst="trapezoid">
            <a:avLst>
              <a:gd name="adj" fmla="val 69845"/>
            </a:avLst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209F7938-7B2B-AA0E-2CC0-EF155C151C0C}"/>
              </a:ext>
            </a:extLst>
          </p:cNvPr>
          <p:cNvSpPr/>
          <p:nvPr/>
        </p:nvSpPr>
        <p:spPr>
          <a:xfrm>
            <a:off x="534843" y="2489233"/>
            <a:ext cx="8184356" cy="173283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2" name="Oval 131">
            <a:extLst>
              <a:ext uri="{FF2B5EF4-FFF2-40B4-BE49-F238E27FC236}">
                <a16:creationId xmlns:a16="http://schemas.microsoft.com/office/drawing/2014/main" id="{0533C45A-15F0-CA95-412F-41728E01BC2A}"/>
              </a:ext>
            </a:extLst>
          </p:cNvPr>
          <p:cNvSpPr/>
          <p:nvPr/>
        </p:nvSpPr>
        <p:spPr>
          <a:xfrm>
            <a:off x="4548342" y="11120"/>
            <a:ext cx="157358" cy="158400"/>
          </a:xfrm>
          <a:prstGeom prst="ellipse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Oval 130">
            <a:extLst>
              <a:ext uri="{FF2B5EF4-FFF2-40B4-BE49-F238E27FC236}">
                <a16:creationId xmlns:a16="http://schemas.microsoft.com/office/drawing/2014/main" id="{4120AE7E-AAC3-19B7-D263-310E2DD954E8}"/>
              </a:ext>
            </a:extLst>
          </p:cNvPr>
          <p:cNvSpPr/>
          <p:nvPr/>
        </p:nvSpPr>
        <p:spPr>
          <a:xfrm>
            <a:off x="4493671" y="112476"/>
            <a:ext cx="266700" cy="266400"/>
          </a:xfrm>
          <a:prstGeom prst="ellipse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Rectangle: Top Corners Rounded 129">
            <a:extLst>
              <a:ext uri="{FF2B5EF4-FFF2-40B4-BE49-F238E27FC236}">
                <a16:creationId xmlns:a16="http://schemas.microsoft.com/office/drawing/2014/main" id="{68BD202A-BCF2-67DB-F44D-445709F20B5A}"/>
              </a:ext>
            </a:extLst>
          </p:cNvPr>
          <p:cNvSpPr/>
          <p:nvPr/>
        </p:nvSpPr>
        <p:spPr>
          <a:xfrm>
            <a:off x="4223820" y="315403"/>
            <a:ext cx="806400" cy="1266232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98EABA1D-B17E-DB53-032A-3330BCD64AE8}"/>
              </a:ext>
            </a:extLst>
          </p:cNvPr>
          <p:cNvSpPr/>
          <p:nvPr/>
        </p:nvSpPr>
        <p:spPr>
          <a:xfrm>
            <a:off x="4069967" y="1537739"/>
            <a:ext cx="1114108" cy="743264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Isosceles Triangle 120">
            <a:extLst>
              <a:ext uri="{FF2B5EF4-FFF2-40B4-BE49-F238E27FC236}">
                <a16:creationId xmlns:a16="http://schemas.microsoft.com/office/drawing/2014/main" id="{EC49653E-ADBC-499D-3FC5-8FAE9F03392E}"/>
              </a:ext>
            </a:extLst>
          </p:cNvPr>
          <p:cNvSpPr/>
          <p:nvPr/>
        </p:nvSpPr>
        <p:spPr>
          <a:xfrm>
            <a:off x="1600187" y="2062532"/>
            <a:ext cx="6053138" cy="956890"/>
          </a:xfrm>
          <a:prstGeom prst="triangle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D61FA20F-DC01-09B8-29E3-CEE1BFDAE647}"/>
              </a:ext>
            </a:extLst>
          </p:cNvPr>
          <p:cNvSpPr/>
          <p:nvPr/>
        </p:nvSpPr>
        <p:spPr>
          <a:xfrm>
            <a:off x="4351133" y="3391433"/>
            <a:ext cx="549548" cy="1920857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AA4E1F82-1BC9-7E5D-7E19-4277116B6E18}"/>
              </a:ext>
            </a:extLst>
          </p:cNvPr>
          <p:cNvSpPr/>
          <p:nvPr/>
        </p:nvSpPr>
        <p:spPr>
          <a:xfrm>
            <a:off x="2750321" y="3391433"/>
            <a:ext cx="549548" cy="1920857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 descr="A building with a clock tower&#10;&#10;AI-generated content may be incorrect.">
            <a:extLst>
              <a:ext uri="{FF2B5EF4-FFF2-40B4-BE49-F238E27FC236}">
                <a16:creationId xmlns:a16="http://schemas.microsoft.com/office/drawing/2014/main" id="{7173766F-FC1D-F7BA-1425-F7CA9B3F8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6526" y="-313773"/>
            <a:ext cx="9250119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A54DA8C-007F-5DB7-EDA9-B8B3714A4661}"/>
              </a:ext>
            </a:extLst>
          </p:cNvPr>
          <p:cNvSpPr/>
          <p:nvPr/>
        </p:nvSpPr>
        <p:spPr>
          <a:xfrm>
            <a:off x="2502585" y="3391434"/>
            <a:ext cx="252000" cy="169200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2A30A9-CF3E-7179-7453-E1F754C88388}"/>
              </a:ext>
            </a:extLst>
          </p:cNvPr>
          <p:cNvSpPr/>
          <p:nvPr/>
        </p:nvSpPr>
        <p:spPr>
          <a:xfrm>
            <a:off x="6499457" y="3391434"/>
            <a:ext cx="252000" cy="169200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6CA15CC-4162-16C9-1CE3-581F0EA266E6}"/>
              </a:ext>
            </a:extLst>
          </p:cNvPr>
          <p:cNvSpPr/>
          <p:nvPr/>
        </p:nvSpPr>
        <p:spPr>
          <a:xfrm>
            <a:off x="3312477" y="5095875"/>
            <a:ext cx="233363" cy="204788"/>
          </a:xfrm>
          <a:prstGeom prst="rect">
            <a:avLst/>
          </a:prstGeom>
          <a:solidFill>
            <a:srgbClr val="55565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88A37D2-AF4A-92AF-9A7C-8B2915135C09}"/>
              </a:ext>
            </a:extLst>
          </p:cNvPr>
          <p:cNvSpPr/>
          <p:nvPr/>
        </p:nvSpPr>
        <p:spPr>
          <a:xfrm>
            <a:off x="4110355" y="5095875"/>
            <a:ext cx="233363" cy="204788"/>
          </a:xfrm>
          <a:prstGeom prst="rect">
            <a:avLst/>
          </a:prstGeom>
          <a:solidFill>
            <a:srgbClr val="55565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2E674A-C967-141F-7B2A-6AC611FEA3A9}"/>
              </a:ext>
            </a:extLst>
          </p:cNvPr>
          <p:cNvSpPr/>
          <p:nvPr/>
        </p:nvSpPr>
        <p:spPr>
          <a:xfrm>
            <a:off x="4908233" y="5095875"/>
            <a:ext cx="233363" cy="204788"/>
          </a:xfrm>
          <a:prstGeom prst="rect">
            <a:avLst/>
          </a:prstGeom>
          <a:solidFill>
            <a:srgbClr val="55565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DC6698-809B-D76B-86F6-0A7D16E4F7CD}"/>
              </a:ext>
            </a:extLst>
          </p:cNvPr>
          <p:cNvSpPr/>
          <p:nvPr/>
        </p:nvSpPr>
        <p:spPr>
          <a:xfrm>
            <a:off x="5706111" y="5095875"/>
            <a:ext cx="233363" cy="204788"/>
          </a:xfrm>
          <a:prstGeom prst="rect">
            <a:avLst/>
          </a:prstGeom>
          <a:solidFill>
            <a:srgbClr val="55565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60EBD7C-5942-F776-B6DA-CDBC7C955FAC}"/>
              </a:ext>
            </a:extLst>
          </p:cNvPr>
          <p:cNvSpPr/>
          <p:nvPr/>
        </p:nvSpPr>
        <p:spPr>
          <a:xfrm>
            <a:off x="6503987" y="5095875"/>
            <a:ext cx="233363" cy="204788"/>
          </a:xfrm>
          <a:prstGeom prst="rect">
            <a:avLst/>
          </a:prstGeom>
          <a:solidFill>
            <a:srgbClr val="55565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Isosceles Triangle 33">
            <a:extLst>
              <a:ext uri="{FF2B5EF4-FFF2-40B4-BE49-F238E27FC236}">
                <a16:creationId xmlns:a16="http://schemas.microsoft.com/office/drawing/2014/main" id="{6D8634E2-56D4-BF14-9C60-EE3E818246ED}"/>
              </a:ext>
            </a:extLst>
          </p:cNvPr>
          <p:cNvSpPr/>
          <p:nvPr/>
        </p:nvSpPr>
        <p:spPr>
          <a:xfrm>
            <a:off x="2610103" y="2220121"/>
            <a:ext cx="4033837" cy="650625"/>
          </a:xfrm>
          <a:prstGeom prst="triangle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5A6CE2-55A1-BA9B-74A8-35F291CBC88E}"/>
              </a:ext>
            </a:extLst>
          </p:cNvPr>
          <p:cNvSpPr/>
          <p:nvPr/>
        </p:nvSpPr>
        <p:spPr>
          <a:xfrm>
            <a:off x="4491634" y="3621881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: Top Corners Rounded 60">
            <a:extLst>
              <a:ext uri="{FF2B5EF4-FFF2-40B4-BE49-F238E27FC236}">
                <a16:creationId xmlns:a16="http://schemas.microsoft.com/office/drawing/2014/main" id="{EFD64127-9052-9A09-4011-C668F71E164C}"/>
              </a:ext>
            </a:extLst>
          </p:cNvPr>
          <p:cNvSpPr/>
          <p:nvPr/>
        </p:nvSpPr>
        <p:spPr>
          <a:xfrm>
            <a:off x="4434139" y="4622520"/>
            <a:ext cx="385761" cy="689771"/>
          </a:xfrm>
          <a:prstGeom prst="round2SameRect">
            <a:avLst>
              <a:gd name="adj1" fmla="val 44444"/>
              <a:gd name="adj2" fmla="val 0"/>
            </a:avLst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3CFC50D-DE36-751F-5C3E-21EA803E93E9}"/>
              </a:ext>
            </a:extLst>
          </p:cNvPr>
          <p:cNvSpPr/>
          <p:nvPr/>
        </p:nvSpPr>
        <p:spPr>
          <a:xfrm>
            <a:off x="3693757" y="3621881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A237E05-F983-BF6A-8272-E4355A254A6F}"/>
              </a:ext>
            </a:extLst>
          </p:cNvPr>
          <p:cNvSpPr/>
          <p:nvPr/>
        </p:nvSpPr>
        <p:spPr>
          <a:xfrm>
            <a:off x="2895880" y="3621881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46BF0040-F74B-A694-62FB-3514A266D6BD}"/>
              </a:ext>
            </a:extLst>
          </p:cNvPr>
          <p:cNvSpPr/>
          <p:nvPr/>
        </p:nvSpPr>
        <p:spPr>
          <a:xfrm>
            <a:off x="5289511" y="3621881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612178E-AAA1-07F6-7544-7BCB721BA5D5}"/>
              </a:ext>
            </a:extLst>
          </p:cNvPr>
          <p:cNvSpPr/>
          <p:nvPr/>
        </p:nvSpPr>
        <p:spPr>
          <a:xfrm>
            <a:off x="6087388" y="3621881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4FEDAF9A-5A38-ECFE-8C5B-54BF03CC520F}"/>
              </a:ext>
            </a:extLst>
          </p:cNvPr>
          <p:cNvSpPr/>
          <p:nvPr/>
        </p:nvSpPr>
        <p:spPr>
          <a:xfrm>
            <a:off x="3693757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CB7E9E5-2C79-ABE1-EE03-B6AC4D0651B6}"/>
              </a:ext>
            </a:extLst>
          </p:cNvPr>
          <p:cNvSpPr/>
          <p:nvPr/>
        </p:nvSpPr>
        <p:spPr>
          <a:xfrm>
            <a:off x="2895880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31F54B5-B681-CB52-751A-FEAF78F6642A}"/>
              </a:ext>
            </a:extLst>
          </p:cNvPr>
          <p:cNvSpPr/>
          <p:nvPr/>
        </p:nvSpPr>
        <p:spPr>
          <a:xfrm>
            <a:off x="5289511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900E40A-FDE6-6AA7-8665-999BD12E85F4}"/>
              </a:ext>
            </a:extLst>
          </p:cNvPr>
          <p:cNvSpPr/>
          <p:nvPr/>
        </p:nvSpPr>
        <p:spPr>
          <a:xfrm>
            <a:off x="6087388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A3745C0-3792-FFAD-E912-668B3412DA5F}"/>
              </a:ext>
            </a:extLst>
          </p:cNvPr>
          <p:cNvSpPr/>
          <p:nvPr/>
        </p:nvSpPr>
        <p:spPr>
          <a:xfrm>
            <a:off x="3301959" y="3391434"/>
            <a:ext cx="252000" cy="169200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8EF14A6A-BC8F-A423-636E-94D4386D56A1}"/>
              </a:ext>
            </a:extLst>
          </p:cNvPr>
          <p:cNvSpPr/>
          <p:nvPr/>
        </p:nvSpPr>
        <p:spPr>
          <a:xfrm>
            <a:off x="4101333" y="3391434"/>
            <a:ext cx="252000" cy="169200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50467D2-F94A-D8C3-E405-E8990B8432B0}"/>
              </a:ext>
            </a:extLst>
          </p:cNvPr>
          <p:cNvSpPr/>
          <p:nvPr/>
        </p:nvSpPr>
        <p:spPr>
          <a:xfrm>
            <a:off x="4900707" y="3391434"/>
            <a:ext cx="252000" cy="169200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BB9364AD-06DC-5FF9-A0FC-61311A60EAC6}"/>
              </a:ext>
            </a:extLst>
          </p:cNvPr>
          <p:cNvSpPr/>
          <p:nvPr/>
        </p:nvSpPr>
        <p:spPr>
          <a:xfrm>
            <a:off x="5700081" y="3391434"/>
            <a:ext cx="252000" cy="169200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B6328A2-1D65-8542-A5D2-A5F0E24A997E}"/>
              </a:ext>
            </a:extLst>
          </p:cNvPr>
          <p:cNvSpPr/>
          <p:nvPr/>
        </p:nvSpPr>
        <p:spPr>
          <a:xfrm>
            <a:off x="2502585" y="5083434"/>
            <a:ext cx="252000" cy="22885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96BA463-3338-F52F-5CDE-45D3BE883D44}"/>
              </a:ext>
            </a:extLst>
          </p:cNvPr>
          <p:cNvSpPr/>
          <p:nvPr/>
        </p:nvSpPr>
        <p:spPr>
          <a:xfrm>
            <a:off x="3301959" y="5083434"/>
            <a:ext cx="252000" cy="22885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11414D5-009B-E537-CCE2-2641AAC69CDC}"/>
              </a:ext>
            </a:extLst>
          </p:cNvPr>
          <p:cNvSpPr/>
          <p:nvPr/>
        </p:nvSpPr>
        <p:spPr>
          <a:xfrm>
            <a:off x="4101333" y="5083434"/>
            <a:ext cx="252000" cy="22885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A16953D-057D-EE35-A089-E1E0023D5A55}"/>
              </a:ext>
            </a:extLst>
          </p:cNvPr>
          <p:cNvSpPr/>
          <p:nvPr/>
        </p:nvSpPr>
        <p:spPr>
          <a:xfrm>
            <a:off x="4900707" y="5083434"/>
            <a:ext cx="252000" cy="22885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33F31069-902F-93C4-392F-F93E867BA2DB}"/>
              </a:ext>
            </a:extLst>
          </p:cNvPr>
          <p:cNvSpPr/>
          <p:nvPr/>
        </p:nvSpPr>
        <p:spPr>
          <a:xfrm>
            <a:off x="5700081" y="5083434"/>
            <a:ext cx="252000" cy="22885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5CF40077-A86E-21E9-8D70-26E87771F3E1}"/>
              </a:ext>
            </a:extLst>
          </p:cNvPr>
          <p:cNvSpPr/>
          <p:nvPr/>
        </p:nvSpPr>
        <p:spPr>
          <a:xfrm>
            <a:off x="6499457" y="5083434"/>
            <a:ext cx="252000" cy="22885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84C90D59-9AAF-C550-5FB4-61BFD62F4E80}"/>
              </a:ext>
            </a:extLst>
          </p:cNvPr>
          <p:cNvSpPr/>
          <p:nvPr/>
        </p:nvSpPr>
        <p:spPr>
          <a:xfrm>
            <a:off x="2500091" y="3019425"/>
            <a:ext cx="4251366" cy="372006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4C83006-BA50-CE70-784D-BB1CE914B764}"/>
              </a:ext>
            </a:extLst>
          </p:cNvPr>
          <p:cNvSpPr/>
          <p:nvPr/>
        </p:nvSpPr>
        <p:spPr>
          <a:xfrm>
            <a:off x="894172" y="3498056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EBFA486-C19F-B5C3-0C1B-0CF54DD36355}"/>
              </a:ext>
            </a:extLst>
          </p:cNvPr>
          <p:cNvSpPr/>
          <p:nvPr/>
        </p:nvSpPr>
        <p:spPr>
          <a:xfrm>
            <a:off x="1445514" y="3498056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8059C00-103E-8F21-29A6-F8A957318D03}"/>
              </a:ext>
            </a:extLst>
          </p:cNvPr>
          <p:cNvSpPr/>
          <p:nvPr/>
        </p:nvSpPr>
        <p:spPr>
          <a:xfrm>
            <a:off x="1996855" y="3498056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0D9609A5-E23E-B029-F8EB-917E1D7BD4E3}"/>
              </a:ext>
            </a:extLst>
          </p:cNvPr>
          <p:cNvSpPr/>
          <p:nvPr/>
        </p:nvSpPr>
        <p:spPr>
          <a:xfrm>
            <a:off x="894172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89170A6-560B-F260-2F2D-F4CC910D5AF1}"/>
              </a:ext>
            </a:extLst>
          </p:cNvPr>
          <p:cNvSpPr/>
          <p:nvPr/>
        </p:nvSpPr>
        <p:spPr>
          <a:xfrm>
            <a:off x="1445514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BE53CD8A-8717-4CF1-4A82-0D81A2AFD766}"/>
              </a:ext>
            </a:extLst>
          </p:cNvPr>
          <p:cNvSpPr/>
          <p:nvPr/>
        </p:nvSpPr>
        <p:spPr>
          <a:xfrm>
            <a:off x="1996855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4E19139-9517-9512-81CF-7BC644A66309}"/>
              </a:ext>
            </a:extLst>
          </p:cNvPr>
          <p:cNvSpPr/>
          <p:nvPr/>
        </p:nvSpPr>
        <p:spPr>
          <a:xfrm>
            <a:off x="6986415" y="3498056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02A41F4-3930-D980-8F53-73E29C6A64C1}"/>
              </a:ext>
            </a:extLst>
          </p:cNvPr>
          <p:cNvSpPr/>
          <p:nvPr/>
        </p:nvSpPr>
        <p:spPr>
          <a:xfrm>
            <a:off x="7537757" y="3498056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4C573FD3-EBD4-75B3-7F03-95175C52403A}"/>
              </a:ext>
            </a:extLst>
          </p:cNvPr>
          <p:cNvSpPr/>
          <p:nvPr/>
        </p:nvSpPr>
        <p:spPr>
          <a:xfrm>
            <a:off x="8089098" y="3498056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3E1F3BDA-1CFE-BFB2-5900-4A42822724D1}"/>
              </a:ext>
            </a:extLst>
          </p:cNvPr>
          <p:cNvSpPr/>
          <p:nvPr/>
        </p:nvSpPr>
        <p:spPr>
          <a:xfrm>
            <a:off x="6986415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F7D30D5B-8B8A-0D46-0567-546BB392C131}"/>
              </a:ext>
            </a:extLst>
          </p:cNvPr>
          <p:cNvSpPr/>
          <p:nvPr/>
        </p:nvSpPr>
        <p:spPr>
          <a:xfrm>
            <a:off x="7537757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1080D810-CDA6-84C9-99FC-351534D92D60}"/>
              </a:ext>
            </a:extLst>
          </p:cNvPr>
          <p:cNvSpPr/>
          <p:nvPr/>
        </p:nvSpPr>
        <p:spPr>
          <a:xfrm>
            <a:off x="8089098" y="4448175"/>
            <a:ext cx="268680" cy="511968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B8D729E-83F9-2B45-9B40-3BFE4E345068}"/>
              </a:ext>
            </a:extLst>
          </p:cNvPr>
          <p:cNvSpPr/>
          <p:nvPr/>
        </p:nvSpPr>
        <p:spPr>
          <a:xfrm>
            <a:off x="2429171" y="5312290"/>
            <a:ext cx="4393876" cy="15623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4415EAA-50CF-AE62-2946-032EB513DC1E}"/>
              </a:ext>
            </a:extLst>
          </p:cNvPr>
          <p:cNvSpPr/>
          <p:nvPr/>
        </p:nvSpPr>
        <p:spPr>
          <a:xfrm>
            <a:off x="2350579" y="5468520"/>
            <a:ext cx="4544441" cy="15623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CBAC916C-2AEA-9D7E-142D-A3B8CCF8A932}"/>
              </a:ext>
            </a:extLst>
          </p:cNvPr>
          <p:cNvSpPr/>
          <p:nvPr/>
        </p:nvSpPr>
        <p:spPr>
          <a:xfrm>
            <a:off x="2278223" y="5621944"/>
            <a:ext cx="4695121" cy="15623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E858C9DA-365A-D5AB-7A0F-EDC65B9565B8}"/>
              </a:ext>
            </a:extLst>
          </p:cNvPr>
          <p:cNvSpPr/>
          <p:nvPr/>
        </p:nvSpPr>
        <p:spPr>
          <a:xfrm>
            <a:off x="2205599" y="5774344"/>
            <a:ext cx="4840753" cy="202594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021A4902-6DFF-5FC6-1ADD-130C80F33D10}"/>
              </a:ext>
            </a:extLst>
          </p:cNvPr>
          <p:cNvSpPr/>
          <p:nvPr/>
        </p:nvSpPr>
        <p:spPr>
          <a:xfrm>
            <a:off x="4398722" y="872985"/>
            <a:ext cx="456598" cy="66475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4EB95F4-2253-89F0-D0AB-D46196AA1964}"/>
              </a:ext>
            </a:extLst>
          </p:cNvPr>
          <p:cNvSpPr/>
          <p:nvPr/>
        </p:nvSpPr>
        <p:spPr>
          <a:xfrm>
            <a:off x="4069966" y="872985"/>
            <a:ext cx="328755" cy="66475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4D63A40-7239-333E-6A68-CC6ED9F828EB}"/>
              </a:ext>
            </a:extLst>
          </p:cNvPr>
          <p:cNvSpPr/>
          <p:nvPr/>
        </p:nvSpPr>
        <p:spPr>
          <a:xfrm>
            <a:off x="4855320" y="872985"/>
            <a:ext cx="328755" cy="664750"/>
          </a:xfrm>
          <a:prstGeom prst="rect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0E3B55F1-8EEE-C7DB-D4FE-D7C940907F9B}"/>
              </a:ext>
            </a:extLst>
          </p:cNvPr>
          <p:cNvSpPr/>
          <p:nvPr/>
        </p:nvSpPr>
        <p:spPr>
          <a:xfrm>
            <a:off x="4458408" y="1039398"/>
            <a:ext cx="337225" cy="324255"/>
          </a:xfrm>
          <a:prstGeom prst="ellipse">
            <a:avLst/>
          </a:prstGeom>
          <a:solidFill>
            <a:srgbClr val="555656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7CA979AA-FF4E-CF62-F05C-B7827F6681E2}"/>
              </a:ext>
            </a:extLst>
          </p:cNvPr>
          <p:cNvSpPr/>
          <p:nvPr/>
        </p:nvSpPr>
        <p:spPr>
          <a:xfrm>
            <a:off x="1" y="5948362"/>
            <a:ext cx="9250118" cy="909637"/>
          </a:xfrm>
          <a:prstGeom prst="rect">
            <a:avLst/>
          </a:prstGeom>
          <a:solidFill>
            <a:srgbClr val="555656"/>
          </a:solidFill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998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51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Williams, Bryan</dc:creator>
  <cp:lastModifiedBy>Williams, Bryan</cp:lastModifiedBy>
  <cp:revision>1</cp:revision>
  <dcterms:created xsi:type="dcterms:W3CDTF">2025-11-13T08:53:32Z</dcterms:created>
  <dcterms:modified xsi:type="dcterms:W3CDTF">2025-11-13T09:46:04Z</dcterms:modified>
</cp:coreProperties>
</file>