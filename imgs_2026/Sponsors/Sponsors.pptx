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71993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1BE79F-B835-40F3-A883-D08FFC51AA1B}" v="5" dt="2025-11-14T11:16:04.8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4" autoAdjust="0"/>
    <p:restoredTop sz="94660"/>
  </p:normalViewPr>
  <p:slideViewPr>
    <p:cSldViewPr snapToGrid="0">
      <p:cViewPr varScale="1">
        <p:scale>
          <a:sx n="95" d="100"/>
          <a:sy n="95" d="100"/>
        </p:scale>
        <p:origin x="255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s, Bryan" userId="6f402815-f940-461c-8e6c-77be8efeb72b" providerId="ADAL" clId="{69E14B03-858D-4744-810D-5D4859937A91}"/>
    <pc:docChg chg="custSel addSld delSld modSld">
      <pc:chgData name="Williams, Bryan" userId="6f402815-f940-461c-8e6c-77be8efeb72b" providerId="ADAL" clId="{69E14B03-858D-4744-810D-5D4859937A91}" dt="2025-11-14T11:16:15.150" v="35" actId="47"/>
      <pc:docMkLst>
        <pc:docMk/>
      </pc:docMkLst>
      <pc:sldChg chg="addSp modSp mod">
        <pc:chgData name="Williams, Bryan" userId="6f402815-f940-461c-8e6c-77be8efeb72b" providerId="ADAL" clId="{69E14B03-858D-4744-810D-5D4859937A91}" dt="2025-11-14T11:15:23.765" v="17" actId="12789"/>
        <pc:sldMkLst>
          <pc:docMk/>
          <pc:sldMk cId="2036273705" sldId="256"/>
        </pc:sldMkLst>
        <pc:picChg chg="add mod">
          <ac:chgData name="Williams, Bryan" userId="6f402815-f940-461c-8e6c-77be8efeb72b" providerId="ADAL" clId="{69E14B03-858D-4744-810D-5D4859937A91}" dt="2025-11-14T11:15:23.765" v="17" actId="12789"/>
          <ac:picMkLst>
            <pc:docMk/>
            <pc:sldMk cId="2036273705" sldId="256"/>
            <ac:picMk id="5" creationId="{93C7E230-0BD4-F129-67CC-827C73AB72D7}"/>
          </ac:picMkLst>
        </pc:picChg>
      </pc:sldChg>
      <pc:sldChg chg="addSp delSp modSp add mod">
        <pc:chgData name="Williams, Bryan" userId="6f402815-f940-461c-8e6c-77be8efeb72b" providerId="ADAL" clId="{69E14B03-858D-4744-810D-5D4859937A91}" dt="2025-11-14T11:15:19.106" v="16" actId="12789"/>
        <pc:sldMkLst>
          <pc:docMk/>
          <pc:sldMk cId="1964673488" sldId="257"/>
        </pc:sldMkLst>
        <pc:picChg chg="add mod">
          <ac:chgData name="Williams, Bryan" userId="6f402815-f940-461c-8e6c-77be8efeb72b" providerId="ADAL" clId="{69E14B03-858D-4744-810D-5D4859937A91}" dt="2025-11-14T11:15:19.106" v="16" actId="12789"/>
          <ac:picMkLst>
            <pc:docMk/>
            <pc:sldMk cId="1964673488" sldId="257"/>
            <ac:picMk id="3" creationId="{2034975B-AF3A-CA48-5400-99658B03D882}"/>
          </ac:picMkLst>
        </pc:picChg>
        <pc:picChg chg="del">
          <ac:chgData name="Williams, Bryan" userId="6f402815-f940-461c-8e6c-77be8efeb72b" providerId="ADAL" clId="{69E14B03-858D-4744-810D-5D4859937A91}" dt="2025-11-14T11:14:16.069" v="4" actId="478"/>
          <ac:picMkLst>
            <pc:docMk/>
            <pc:sldMk cId="1964673488" sldId="257"/>
            <ac:picMk id="5" creationId="{7BD64F28-E491-9EB8-434F-32544D36AC52}"/>
          </ac:picMkLst>
        </pc:picChg>
      </pc:sldChg>
      <pc:sldChg chg="addSp modSp add mod">
        <pc:chgData name="Williams, Bryan" userId="6f402815-f940-461c-8e6c-77be8efeb72b" providerId="ADAL" clId="{69E14B03-858D-4744-810D-5D4859937A91}" dt="2025-11-14T11:15:47.883" v="25" actId="12789"/>
        <pc:sldMkLst>
          <pc:docMk/>
          <pc:sldMk cId="2618000732" sldId="258"/>
        </pc:sldMkLst>
        <pc:picChg chg="add mod">
          <ac:chgData name="Williams, Bryan" userId="6f402815-f940-461c-8e6c-77be8efeb72b" providerId="ADAL" clId="{69E14B03-858D-4744-810D-5D4859937A91}" dt="2025-11-14T11:15:47.883" v="25" actId="12789"/>
          <ac:picMkLst>
            <pc:docMk/>
            <pc:sldMk cId="2618000732" sldId="258"/>
            <ac:picMk id="3" creationId="{1B5DDA4A-B746-5145-3D06-3466C17B9FBA}"/>
          </ac:picMkLst>
        </pc:picChg>
      </pc:sldChg>
      <pc:sldChg chg="addSp modSp add mod">
        <pc:chgData name="Williams, Bryan" userId="6f402815-f940-461c-8e6c-77be8efeb72b" providerId="ADAL" clId="{69E14B03-858D-4744-810D-5D4859937A91}" dt="2025-11-14T11:15:57.217" v="29" actId="12789"/>
        <pc:sldMkLst>
          <pc:docMk/>
          <pc:sldMk cId="4238662812" sldId="259"/>
        </pc:sldMkLst>
        <pc:picChg chg="add mod">
          <ac:chgData name="Williams, Bryan" userId="6f402815-f940-461c-8e6c-77be8efeb72b" providerId="ADAL" clId="{69E14B03-858D-4744-810D-5D4859937A91}" dt="2025-11-14T11:15:57.217" v="29" actId="12789"/>
          <ac:picMkLst>
            <pc:docMk/>
            <pc:sldMk cId="4238662812" sldId="259"/>
            <ac:picMk id="3" creationId="{14BD7720-212C-510D-4B0A-F0D4F1D1CC41}"/>
          </ac:picMkLst>
        </pc:picChg>
      </pc:sldChg>
      <pc:sldChg chg="addSp modSp add mod">
        <pc:chgData name="Williams, Bryan" userId="6f402815-f940-461c-8e6c-77be8efeb72b" providerId="ADAL" clId="{69E14B03-858D-4744-810D-5D4859937A91}" dt="2025-11-14T11:16:07.605" v="33" actId="12789"/>
        <pc:sldMkLst>
          <pc:docMk/>
          <pc:sldMk cId="2583626416" sldId="260"/>
        </pc:sldMkLst>
        <pc:picChg chg="add mod">
          <ac:chgData name="Williams, Bryan" userId="6f402815-f940-461c-8e6c-77be8efeb72b" providerId="ADAL" clId="{69E14B03-858D-4744-810D-5D4859937A91}" dt="2025-11-14T11:16:07.605" v="33" actId="12789"/>
          <ac:picMkLst>
            <pc:docMk/>
            <pc:sldMk cId="2583626416" sldId="260"/>
            <ac:picMk id="3" creationId="{4CC2DF93-CC41-AF1A-1074-C890A92E4467}"/>
          </ac:picMkLst>
        </pc:picChg>
      </pc:sldChg>
      <pc:sldChg chg="add del">
        <pc:chgData name="Williams, Bryan" userId="6f402815-f940-461c-8e6c-77be8efeb72b" providerId="ADAL" clId="{69E14B03-858D-4744-810D-5D4859937A91}" dt="2025-11-14T11:16:12.696" v="34" actId="47"/>
        <pc:sldMkLst>
          <pc:docMk/>
          <pc:sldMk cId="2722642244" sldId="261"/>
        </pc:sldMkLst>
      </pc:sldChg>
      <pc:sldChg chg="add del">
        <pc:chgData name="Williams, Bryan" userId="6f402815-f940-461c-8e6c-77be8efeb72b" providerId="ADAL" clId="{69E14B03-858D-4744-810D-5D4859937A91}" dt="2025-11-14T11:16:15.150" v="35" actId="47"/>
        <pc:sldMkLst>
          <pc:docMk/>
          <pc:sldMk cId="1856716318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178222"/>
            <a:ext cx="6119416" cy="250642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781306"/>
            <a:ext cx="5399485" cy="1738167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183AE-4204-4940-8AAC-5846E67863D7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9FB4E-74CB-4AD0-B383-7B44B8CBEE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123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183AE-4204-4940-8AAC-5846E67863D7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9FB4E-74CB-4AD0-B383-7B44B8CBEE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3271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794831"/>
            <a:ext cx="6209407" cy="2994714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4817876"/>
            <a:ext cx="6209407" cy="157484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183AE-4204-4940-8AAC-5846E67863D7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9FB4E-74CB-4AD0-B383-7B44B8CBEE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729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916484"/>
            <a:ext cx="3059708" cy="456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916484"/>
            <a:ext cx="3059708" cy="456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183AE-4204-4940-8AAC-5846E67863D7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9FB4E-74CB-4AD0-B383-7B44B8CBEE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3561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83299"/>
            <a:ext cx="6209407" cy="1391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764832"/>
            <a:ext cx="3045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629749"/>
            <a:ext cx="3045646" cy="3867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764832"/>
            <a:ext cx="3060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629749"/>
            <a:ext cx="3060646" cy="3867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183AE-4204-4940-8AAC-5846E67863D7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9FB4E-74CB-4AD0-B383-7B44B8CBEE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989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183AE-4204-4940-8AAC-5846E67863D7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9FB4E-74CB-4AD0-B383-7B44B8CBEE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3238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183AE-4204-4940-8AAC-5846E67863D7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9FB4E-74CB-4AD0-B383-7B44B8CBEE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592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036570"/>
            <a:ext cx="3644652" cy="5116178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183AE-4204-4940-8AAC-5846E67863D7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9FB4E-74CB-4AD0-B383-7B44B8CBEE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819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036570"/>
            <a:ext cx="3644652" cy="5116178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183AE-4204-4940-8AAC-5846E67863D7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9FB4E-74CB-4AD0-B383-7B44B8CBEE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8245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183AE-4204-4940-8AAC-5846E67863D7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9FB4E-74CB-4AD0-B383-7B44B8CBEE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888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83297"/>
            <a:ext cx="1552352" cy="61010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83297"/>
            <a:ext cx="4567064" cy="61010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183AE-4204-4940-8AAC-5846E67863D7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9FB4E-74CB-4AD0-B383-7B44B8CBEE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481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383299"/>
            <a:ext cx="620940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916484"/>
            <a:ext cx="620940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183AE-4204-4940-8AAC-5846E67863D7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E9FB4E-74CB-4AD0-B383-7B44B8CBEE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85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letter&#10;&#10;AI-generated content may be incorrect.">
            <a:extLst>
              <a:ext uri="{FF2B5EF4-FFF2-40B4-BE49-F238E27FC236}">
                <a16:creationId xmlns:a16="http://schemas.microsoft.com/office/drawing/2014/main" id="{93C7E230-0BD4-F129-67CC-827C73AB7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9742"/>
            <a:ext cx="7199313" cy="179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273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F02DC-714F-23CC-A9D0-830405115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sign with white text&#10;&#10;AI-generated content may be incorrect.">
            <a:extLst>
              <a:ext uri="{FF2B5EF4-FFF2-40B4-BE49-F238E27FC236}">
                <a16:creationId xmlns:a16="http://schemas.microsoft.com/office/drawing/2014/main" id="{2034975B-AF3A-CA48-5400-99658B03D8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9115"/>
            <a:ext cx="7199313" cy="3861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673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F3626-D03F-49A4-C5C3-ACC5A4698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coat of arms with blue lions and white and white flowers&#10;&#10;AI-generated content may be incorrect.">
            <a:extLst>
              <a:ext uri="{FF2B5EF4-FFF2-40B4-BE49-F238E27FC236}">
                <a16:creationId xmlns:a16="http://schemas.microsoft.com/office/drawing/2014/main" id="{1B5DDA4A-B746-5145-3D06-3466C17B9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7253"/>
            <a:ext cx="7199313" cy="678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000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BB5FE-3285-E7FD-1026-4D0D36995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uilding with a tower&#10;&#10;AI-generated content may be incorrect.">
            <a:extLst>
              <a:ext uri="{FF2B5EF4-FFF2-40B4-BE49-F238E27FC236}">
                <a16:creationId xmlns:a16="http://schemas.microsoft.com/office/drawing/2014/main" id="{14BD7720-212C-510D-4B0A-F0D4F1D1C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1529"/>
            <a:ext cx="7199313" cy="533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662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64A04-4B4D-77DA-4241-FCB73DC3F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CC2DF93-CC41-AF1A-1074-C890A92E4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3872"/>
            <a:ext cx="7199313" cy="321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26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0</Words>
  <Application>Microsoft Office PowerPoint</Application>
  <PresentationFormat>Custom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Williams, Bryan</dc:creator>
  <cp:lastModifiedBy>Williams, Bryan</cp:lastModifiedBy>
  <cp:revision>1</cp:revision>
  <dcterms:created xsi:type="dcterms:W3CDTF">2025-11-14T11:13:20Z</dcterms:created>
  <dcterms:modified xsi:type="dcterms:W3CDTF">2025-11-14T11:16:16Z</dcterms:modified>
</cp:coreProperties>
</file>